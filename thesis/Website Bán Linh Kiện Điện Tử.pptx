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954"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8.png"/><Relationship Id="rId5" Type="http://schemas.openxmlformats.org/officeDocument/2006/relationships/image" Target="../media/image13.png"/><Relationship Id="rId10"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0.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35.png"/><Relationship Id="rId5" Type="http://schemas.openxmlformats.org/officeDocument/2006/relationships/image" Target="../media/image32.png"/><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571625" y="4632870"/>
            <a:ext cx="9048750" cy="390525"/>
          </a:xfrm>
          <a:prstGeom prst="rect">
            <a:avLst/>
          </a:prstGeom>
        </p:spPr>
      </p:pic>
      <p:pic>
        <p:nvPicPr>
          <p:cNvPr id="4" name="Picture 3" descr="image.png"/>
          <p:cNvPicPr>
            <a:picLocks noChangeAspect="1"/>
          </p:cNvPicPr>
          <p:nvPr/>
        </p:nvPicPr>
        <p:blipFill>
          <a:blip r:embed="rId4"/>
          <a:stretch>
            <a:fillRect/>
          </a:stretch>
        </p:blipFill>
        <p:spPr>
          <a:xfrm>
            <a:off x="4415730" y="1834604"/>
            <a:ext cx="3360539" cy="276225"/>
          </a:xfrm>
          <a:prstGeom prst="rect">
            <a:avLst/>
          </a:prstGeom>
        </p:spPr>
      </p:pic>
      <p:sp>
        <p:nvSpPr>
          <p:cNvPr id="5" name="TextBox 4"/>
          <p:cNvSpPr txBox="1"/>
          <p:nvPr/>
        </p:nvSpPr>
        <p:spPr>
          <a:xfrm>
            <a:off x="1345406" y="2301329"/>
            <a:ext cx="9501187" cy="1226641"/>
          </a:xfrm>
          <a:prstGeom prst="rect">
            <a:avLst/>
          </a:prstGeom>
          <a:noFill/>
        </p:spPr>
        <p:txBody>
          <a:bodyPr wrap="square" lIns="0" tIns="0" rIns="0" bIns="0" anchor="t">
            <a:spAutoFit/>
          </a:bodyPr>
          <a:lstStyle/>
          <a:p>
            <a:pPr algn="ctr">
              <a:lnSpc>
                <a:spcPts val="4830"/>
              </a:lnSpc>
            </a:pPr>
            <a:r>
              <a:rPr sz="4200" b="1" i="0" u="none" dirty="0" err="1">
                <a:solidFill>
                  <a:srgbClr val="0F172A"/>
                </a:solidFill>
                <a:latin typeface="Plus Jakarta Sans"/>
              </a:rPr>
              <a:t>Xây</a:t>
            </a:r>
            <a:r>
              <a:rPr sz="4200" b="1" i="0" u="none" dirty="0">
                <a:solidFill>
                  <a:srgbClr val="0F172A"/>
                </a:solidFill>
                <a:latin typeface="Plus Jakarta Sans"/>
              </a:rPr>
              <a:t> </a:t>
            </a:r>
            <a:r>
              <a:rPr sz="4200" b="1" i="0" u="none" dirty="0" err="1">
                <a:solidFill>
                  <a:srgbClr val="0F172A"/>
                </a:solidFill>
                <a:latin typeface="Plus Jakarta Sans"/>
              </a:rPr>
              <a:t>Dựng</a:t>
            </a:r>
            <a:r>
              <a:rPr sz="4200" b="1" i="0" u="none" dirty="0">
                <a:solidFill>
                  <a:srgbClr val="0F172A"/>
                </a:solidFill>
                <a:latin typeface="Plus Jakarta Sans"/>
              </a:rPr>
              <a:t> Website </a:t>
            </a:r>
            <a:r>
              <a:rPr sz="4200" b="1" i="0" u="none" dirty="0" err="1">
                <a:solidFill>
                  <a:srgbClr val="0F172A"/>
                </a:solidFill>
                <a:latin typeface="Plus Jakarta Sans"/>
              </a:rPr>
              <a:t>Bán</a:t>
            </a:r>
            <a:r>
              <a:rPr sz="4200" b="1" i="0" u="none" dirty="0">
                <a:solidFill>
                  <a:srgbClr val="0F172A"/>
                </a:solidFill>
                <a:latin typeface="Plus Jakarta Sans"/>
              </a:rPr>
              <a:t> </a:t>
            </a:r>
            <a:r>
              <a:rPr sz="4200" b="1" i="0" u="none" dirty="0" err="1">
                <a:solidFill>
                  <a:srgbClr val="0F172A"/>
                </a:solidFill>
                <a:latin typeface="Plus Jakarta Sans"/>
              </a:rPr>
              <a:t>Linh</a:t>
            </a:r>
            <a:r>
              <a:rPr sz="4200" b="1" i="0" u="none" dirty="0">
                <a:solidFill>
                  <a:srgbClr val="0F172A"/>
                </a:solidFill>
                <a:latin typeface="Plus Jakarta Sans"/>
              </a:rPr>
              <a:t> </a:t>
            </a:r>
            <a:r>
              <a:rPr sz="4200" b="1" i="0" u="none" dirty="0" err="1">
                <a:solidFill>
                  <a:srgbClr val="0F172A"/>
                </a:solidFill>
                <a:latin typeface="Plus Jakarta Sans"/>
              </a:rPr>
              <a:t>Kiện</a:t>
            </a:r>
            <a:r>
              <a:rPr sz="4200" b="1" i="0" u="none" dirty="0">
                <a:solidFill>
                  <a:srgbClr val="0F172A"/>
                </a:solidFill>
                <a:latin typeface="Plus Jakarta Sans"/>
              </a:rPr>
              <a:t> </a:t>
            </a:r>
            <a:r>
              <a:rPr sz="4200" b="1" i="0" u="none" dirty="0" err="1">
                <a:solidFill>
                  <a:srgbClr val="0F172A"/>
                </a:solidFill>
                <a:latin typeface="Plus Jakarta Sans"/>
              </a:rPr>
              <a:t>Điện</a:t>
            </a:r>
            <a:r>
              <a:rPr sz="4200" b="1" i="0" u="none" dirty="0">
                <a:solidFill>
                  <a:srgbClr val="0F172A"/>
                </a:solidFill>
                <a:latin typeface="Plus Jakarta Sans"/>
              </a:rPr>
              <a:t> </a:t>
            </a:r>
            <a:r>
              <a:rPr sz="4200" b="1" i="0" u="none" dirty="0" err="1">
                <a:solidFill>
                  <a:srgbClr val="0F172A"/>
                </a:solidFill>
                <a:latin typeface="Plus Jakarta Sans"/>
              </a:rPr>
              <a:t>Tử</a:t>
            </a:r>
            <a:endParaRPr sz="4200" b="1" i="0" u="none" dirty="0">
              <a:solidFill>
                <a:srgbClr val="0F172A"/>
              </a:solidFill>
              <a:latin typeface="Plus Jakarta Sans"/>
            </a:endParaRPr>
          </a:p>
        </p:txBody>
      </p:sp>
      <p:sp>
        <p:nvSpPr>
          <p:cNvPr id="6" name="TextBox 5"/>
          <p:cNvSpPr txBox="1"/>
          <p:nvPr/>
        </p:nvSpPr>
        <p:spPr>
          <a:xfrm>
            <a:off x="1571625" y="3699420"/>
            <a:ext cx="9048750" cy="589905"/>
          </a:xfrm>
          <a:prstGeom prst="rect">
            <a:avLst/>
          </a:prstGeom>
          <a:noFill/>
        </p:spPr>
        <p:txBody>
          <a:bodyPr wrap="square" lIns="0" tIns="0" rIns="0" bIns="0" anchor="t">
            <a:spAutoFit/>
          </a:bodyPr>
          <a:lstStyle/>
          <a:p>
            <a:pPr algn="ctr">
              <a:lnSpc>
                <a:spcPts val="2325"/>
              </a:lnSpc>
            </a:pPr>
            <a:r>
              <a:rPr sz="1500" b="0" i="0" u="none" dirty="0" err="1">
                <a:solidFill>
                  <a:srgbClr val="475569"/>
                </a:solidFill>
                <a:latin typeface="Inter"/>
              </a:rPr>
              <a:t>Nghiên</a:t>
            </a:r>
            <a:r>
              <a:rPr sz="1500" b="0" i="0" u="none" dirty="0">
                <a:solidFill>
                  <a:srgbClr val="475569"/>
                </a:solidFill>
                <a:latin typeface="Inter"/>
              </a:rPr>
              <a:t> </a:t>
            </a:r>
            <a:r>
              <a:rPr sz="1500" b="0" i="0" u="none" dirty="0" err="1">
                <a:solidFill>
                  <a:srgbClr val="475569"/>
                </a:solidFill>
                <a:latin typeface="Inter"/>
              </a:rPr>
              <a:t>cứu</a:t>
            </a:r>
            <a:r>
              <a:rPr sz="1500" b="0" i="0" u="none" dirty="0">
                <a:solidFill>
                  <a:srgbClr val="475569"/>
                </a:solidFill>
                <a:latin typeface="Inter"/>
              </a:rPr>
              <a:t>, </a:t>
            </a:r>
            <a:r>
              <a:rPr sz="1500" b="0" i="0" u="none" dirty="0" err="1">
                <a:solidFill>
                  <a:srgbClr val="475569"/>
                </a:solidFill>
                <a:latin typeface="Inter"/>
              </a:rPr>
              <a:t>phân</a:t>
            </a:r>
            <a:r>
              <a:rPr sz="1500" b="0" i="0" u="none" dirty="0">
                <a:solidFill>
                  <a:srgbClr val="475569"/>
                </a:solidFill>
                <a:latin typeface="Inter"/>
              </a:rPr>
              <a:t> </a:t>
            </a:r>
            <a:r>
              <a:rPr sz="1500" b="0" i="0" u="none" dirty="0" err="1">
                <a:solidFill>
                  <a:srgbClr val="475569"/>
                </a:solidFill>
                <a:latin typeface="Inter"/>
              </a:rPr>
              <a:t>tích</a:t>
            </a:r>
            <a:r>
              <a:rPr sz="1500" b="0" i="0" u="none" dirty="0">
                <a:solidFill>
                  <a:srgbClr val="475569"/>
                </a:solidFill>
                <a:latin typeface="Inter"/>
              </a:rPr>
              <a:t> </a:t>
            </a:r>
            <a:r>
              <a:rPr sz="1500" b="0" i="0" u="none" dirty="0" err="1">
                <a:solidFill>
                  <a:srgbClr val="475569"/>
                </a:solidFill>
                <a:latin typeface="Inter"/>
              </a:rPr>
              <a:t>thiết</a:t>
            </a:r>
            <a:r>
              <a:rPr sz="1500" b="0" i="0" u="none" dirty="0">
                <a:solidFill>
                  <a:srgbClr val="475569"/>
                </a:solidFill>
                <a:latin typeface="Inter"/>
              </a:rPr>
              <a:t> </a:t>
            </a:r>
            <a:r>
              <a:rPr sz="1500" b="0" i="0" u="none" dirty="0" err="1">
                <a:solidFill>
                  <a:srgbClr val="475569"/>
                </a:solidFill>
                <a:latin typeface="Inter"/>
              </a:rPr>
              <a:t>kế</a:t>
            </a:r>
            <a:r>
              <a:rPr sz="1500" b="0" i="0" u="none" dirty="0">
                <a:solidFill>
                  <a:srgbClr val="475569"/>
                </a:solidFill>
                <a:latin typeface="Inter"/>
              </a:rPr>
              <a:t> </a:t>
            </a:r>
            <a:r>
              <a:rPr sz="1500" b="0" i="0" u="none" dirty="0" err="1">
                <a:solidFill>
                  <a:srgbClr val="475569"/>
                </a:solidFill>
                <a:latin typeface="Inter"/>
              </a:rPr>
              <a:t>và</a:t>
            </a:r>
            <a:r>
              <a:rPr sz="1500" b="0" i="0" u="none" dirty="0">
                <a:solidFill>
                  <a:srgbClr val="475569"/>
                </a:solidFill>
                <a:latin typeface="Inter"/>
              </a:rPr>
              <a:t> </a:t>
            </a:r>
            <a:r>
              <a:rPr sz="1500" b="0" i="0" u="none" dirty="0" err="1">
                <a:solidFill>
                  <a:srgbClr val="475569"/>
                </a:solidFill>
                <a:latin typeface="Inter"/>
              </a:rPr>
              <a:t>hiện</a:t>
            </a:r>
            <a:r>
              <a:rPr sz="1500" b="0" i="0" u="none" dirty="0">
                <a:solidFill>
                  <a:srgbClr val="475569"/>
                </a:solidFill>
                <a:latin typeface="Inter"/>
              </a:rPr>
              <a:t> </a:t>
            </a:r>
            <a:r>
              <a:rPr sz="1500" b="0" i="0" u="none" dirty="0" err="1">
                <a:solidFill>
                  <a:srgbClr val="475569"/>
                </a:solidFill>
                <a:latin typeface="Inter"/>
              </a:rPr>
              <a:t>thực</a:t>
            </a:r>
            <a:r>
              <a:rPr sz="1500" b="0" i="0" u="none" dirty="0">
                <a:solidFill>
                  <a:srgbClr val="475569"/>
                </a:solidFill>
                <a:latin typeface="Inter"/>
              </a:rPr>
              <a:t> </a:t>
            </a:r>
            <a:r>
              <a:rPr sz="1500" b="0" i="0" u="none" dirty="0" err="1">
                <a:solidFill>
                  <a:srgbClr val="475569"/>
                </a:solidFill>
                <a:latin typeface="Inter"/>
              </a:rPr>
              <a:t>hóa</a:t>
            </a:r>
            <a:r>
              <a:rPr sz="1500" b="0" i="0" u="none" dirty="0">
                <a:solidFill>
                  <a:srgbClr val="475569"/>
                </a:solidFill>
                <a:latin typeface="Inter"/>
              </a:rPr>
              <a:t> </a:t>
            </a:r>
            <a:r>
              <a:rPr sz="1500" b="0" i="0" u="none" dirty="0" err="1">
                <a:solidFill>
                  <a:srgbClr val="475569"/>
                </a:solidFill>
                <a:latin typeface="Inter"/>
              </a:rPr>
              <a:t>hệ</a:t>
            </a:r>
            <a:r>
              <a:rPr sz="1500" b="0" i="0" u="none" dirty="0">
                <a:solidFill>
                  <a:srgbClr val="475569"/>
                </a:solidFill>
                <a:latin typeface="Inter"/>
              </a:rPr>
              <a:t> </a:t>
            </a:r>
            <a:r>
              <a:rPr sz="1500" b="0" i="0" u="none" dirty="0" err="1">
                <a:solidFill>
                  <a:srgbClr val="475569"/>
                </a:solidFill>
                <a:latin typeface="Inter"/>
              </a:rPr>
              <a:t>thống</a:t>
            </a:r>
            <a:r>
              <a:rPr sz="1500" b="0" i="0" u="none" dirty="0">
                <a:solidFill>
                  <a:srgbClr val="475569"/>
                </a:solidFill>
                <a:latin typeface="Inter"/>
              </a:rPr>
              <a:t> </a:t>
            </a:r>
            <a:r>
              <a:rPr sz="1500" b="0" i="0" u="none" dirty="0" err="1">
                <a:solidFill>
                  <a:srgbClr val="475569"/>
                </a:solidFill>
                <a:latin typeface="Inter"/>
              </a:rPr>
              <a:t>thương</a:t>
            </a:r>
            <a:r>
              <a:rPr sz="1500" b="0" i="0" u="none" dirty="0">
                <a:solidFill>
                  <a:srgbClr val="475569"/>
                </a:solidFill>
                <a:latin typeface="Inter"/>
              </a:rPr>
              <a:t> </a:t>
            </a:r>
            <a:r>
              <a:rPr sz="1500" b="0" i="0" u="none" dirty="0" err="1">
                <a:solidFill>
                  <a:srgbClr val="475569"/>
                </a:solidFill>
                <a:latin typeface="Inter"/>
              </a:rPr>
              <a:t>mại</a:t>
            </a:r>
            <a:r>
              <a:rPr sz="1500" b="0" i="0" u="none" dirty="0">
                <a:solidFill>
                  <a:srgbClr val="475569"/>
                </a:solidFill>
                <a:latin typeface="Inter"/>
              </a:rPr>
              <a:t> </a:t>
            </a:r>
            <a:r>
              <a:rPr sz="1500" b="0" i="0" u="none" dirty="0" err="1">
                <a:solidFill>
                  <a:srgbClr val="475569"/>
                </a:solidFill>
                <a:latin typeface="Inter"/>
              </a:rPr>
              <a:t>điện</a:t>
            </a:r>
            <a:r>
              <a:rPr sz="1500" b="0" i="0" u="none" dirty="0">
                <a:solidFill>
                  <a:srgbClr val="475569"/>
                </a:solidFill>
                <a:latin typeface="Inter"/>
              </a:rPr>
              <a:t> </a:t>
            </a:r>
            <a:r>
              <a:rPr sz="1500" b="0" i="0" u="none" dirty="0" err="1">
                <a:solidFill>
                  <a:srgbClr val="475569"/>
                </a:solidFill>
                <a:latin typeface="Inter"/>
              </a:rPr>
              <a:t>tử</a:t>
            </a:r>
            <a:r>
              <a:rPr sz="1500" b="0" i="0" u="none" dirty="0">
                <a:solidFill>
                  <a:srgbClr val="475569"/>
                </a:solidFill>
                <a:latin typeface="Inter"/>
              </a:rPr>
              <a:t> </a:t>
            </a:r>
            <a:r>
              <a:rPr sz="1500" b="0" i="0" u="none" dirty="0" err="1" smtClean="0">
                <a:solidFill>
                  <a:srgbClr val="475569"/>
                </a:solidFill>
                <a:latin typeface="Inter"/>
              </a:rPr>
              <a:t>chuyên</a:t>
            </a:r>
            <a:r>
              <a:rPr lang="en-US" sz="1500" dirty="0">
                <a:solidFill>
                  <a:srgbClr val="475569"/>
                </a:solidFill>
                <a:latin typeface="Inter"/>
              </a:rPr>
              <a:t> </a:t>
            </a:r>
            <a:r>
              <a:rPr sz="1500" b="0" i="0" u="none" dirty="0" err="1" smtClean="0">
                <a:solidFill>
                  <a:srgbClr val="475569"/>
                </a:solidFill>
                <a:latin typeface="Inter"/>
              </a:rPr>
              <a:t>cung</a:t>
            </a:r>
            <a:r>
              <a:rPr sz="1500" b="0" i="0" u="none" dirty="0" smtClean="0">
                <a:solidFill>
                  <a:srgbClr val="475569"/>
                </a:solidFill>
                <a:latin typeface="Inter"/>
              </a:rPr>
              <a:t> </a:t>
            </a:r>
            <a:r>
              <a:rPr sz="1500" b="0" i="0" u="none" dirty="0" err="1">
                <a:solidFill>
                  <a:srgbClr val="475569"/>
                </a:solidFill>
                <a:latin typeface="Inter"/>
              </a:rPr>
              <a:t>cấp</a:t>
            </a:r>
            <a:r>
              <a:rPr sz="1500" b="0" i="0" u="none" dirty="0">
                <a:solidFill>
                  <a:srgbClr val="475569"/>
                </a:solidFill>
                <a:latin typeface="Inter"/>
              </a:rPr>
              <a:t> </a:t>
            </a:r>
            <a:r>
              <a:rPr sz="1500" b="0" i="0" u="none" dirty="0" err="1">
                <a:solidFill>
                  <a:srgbClr val="475569"/>
                </a:solidFill>
                <a:latin typeface="Inter"/>
              </a:rPr>
              <a:t>linh</a:t>
            </a:r>
            <a:r>
              <a:rPr sz="1500" b="0" i="0" u="none" dirty="0">
                <a:solidFill>
                  <a:srgbClr val="475569"/>
                </a:solidFill>
                <a:latin typeface="Inter"/>
              </a:rPr>
              <a:t> </a:t>
            </a:r>
            <a:r>
              <a:rPr sz="1500" b="0" i="0" u="none" dirty="0" err="1">
                <a:solidFill>
                  <a:srgbClr val="475569"/>
                </a:solidFill>
                <a:latin typeface="Inter"/>
              </a:rPr>
              <a:t>kiện</a:t>
            </a:r>
            <a:r>
              <a:rPr sz="1500" b="0" i="0" u="none" dirty="0">
                <a:solidFill>
                  <a:srgbClr val="475569"/>
                </a:solidFill>
                <a:latin typeface="Inter"/>
              </a:rPr>
              <a:t> </a:t>
            </a:r>
            <a:r>
              <a:rPr sz="1500" b="0" i="0" u="none" dirty="0" err="1">
                <a:solidFill>
                  <a:srgbClr val="475569"/>
                </a:solidFill>
                <a:latin typeface="Inter"/>
              </a:rPr>
              <a:t>máy</a:t>
            </a:r>
            <a:r>
              <a:rPr sz="1500" b="0" i="0" u="none" dirty="0">
                <a:solidFill>
                  <a:srgbClr val="475569"/>
                </a:solidFill>
                <a:latin typeface="Inter"/>
              </a:rPr>
              <a:t> </a:t>
            </a:r>
            <a:r>
              <a:rPr sz="1500" b="0" i="0" u="none" dirty="0" err="1">
                <a:solidFill>
                  <a:srgbClr val="475569"/>
                </a:solidFill>
                <a:latin typeface="Inter"/>
              </a:rPr>
              <a:t>tính</a:t>
            </a:r>
            <a:r>
              <a:rPr sz="1500" b="0" i="0" u="none" dirty="0">
                <a:solidFill>
                  <a:srgbClr val="475569"/>
                </a:solidFill>
                <a:latin typeface="Inter"/>
              </a:rPr>
              <a:t> </a:t>
            </a:r>
            <a:r>
              <a:rPr sz="1500" b="0" i="0" u="none" dirty="0" err="1">
                <a:solidFill>
                  <a:srgbClr val="475569"/>
                </a:solidFill>
                <a:latin typeface="Inter"/>
              </a:rPr>
              <a:t>và</a:t>
            </a:r>
            <a:r>
              <a:rPr sz="1500" b="0" i="0" u="none" dirty="0">
                <a:solidFill>
                  <a:srgbClr val="475569"/>
                </a:solidFill>
                <a:latin typeface="Inter"/>
              </a:rPr>
              <a:t> </a:t>
            </a:r>
            <a:r>
              <a:rPr sz="1500" b="0" i="0" u="none" dirty="0" err="1">
                <a:solidFill>
                  <a:srgbClr val="475569"/>
                </a:solidFill>
                <a:latin typeface="Inter"/>
              </a:rPr>
              <a:t>thiết</a:t>
            </a:r>
            <a:r>
              <a:rPr sz="1500" b="0" i="0" u="none" dirty="0">
                <a:solidFill>
                  <a:srgbClr val="475569"/>
                </a:solidFill>
                <a:latin typeface="Inter"/>
              </a:rPr>
              <a:t> </a:t>
            </a:r>
            <a:r>
              <a:rPr sz="1500" b="0" i="0" u="none" dirty="0" err="1">
                <a:solidFill>
                  <a:srgbClr val="475569"/>
                </a:solidFill>
                <a:latin typeface="Inter"/>
              </a:rPr>
              <a:t>bị</a:t>
            </a:r>
            <a:r>
              <a:rPr sz="1500" b="0" i="0" u="none" dirty="0">
                <a:solidFill>
                  <a:srgbClr val="475569"/>
                </a:solidFill>
                <a:latin typeface="Inter"/>
              </a:rPr>
              <a:t> </a:t>
            </a:r>
            <a:r>
              <a:rPr sz="1500" b="0" i="0" u="none" dirty="0" err="1">
                <a:solidFill>
                  <a:srgbClr val="475569"/>
                </a:solidFill>
                <a:latin typeface="Inter"/>
              </a:rPr>
              <a:t>điện</a:t>
            </a:r>
            <a:r>
              <a:rPr sz="1500" b="0" i="0" u="none" dirty="0">
                <a:solidFill>
                  <a:srgbClr val="475569"/>
                </a:solidFill>
                <a:latin typeface="Inter"/>
              </a:rPr>
              <a:t> </a:t>
            </a:r>
            <a:r>
              <a:rPr sz="1500" b="0" i="0" u="none" dirty="0" err="1">
                <a:solidFill>
                  <a:srgbClr val="475569"/>
                </a:solidFill>
                <a:latin typeface="Inter"/>
              </a:rPr>
              <a:t>tử</a:t>
            </a:r>
            <a:endParaRPr sz="1500" b="0" i="0" u="none" dirty="0">
              <a:solidFill>
                <a:srgbClr val="475569"/>
              </a:solidFill>
              <a:latin typeface="Inter"/>
            </a:endParaRPr>
          </a:p>
        </p:txBody>
      </p:sp>
      <p:sp>
        <p:nvSpPr>
          <p:cNvPr id="7" name="TextBox 6"/>
          <p:cNvSpPr txBox="1"/>
          <p:nvPr/>
        </p:nvSpPr>
        <p:spPr>
          <a:xfrm>
            <a:off x="2366962" y="4832895"/>
            <a:ext cx="2419350" cy="190500"/>
          </a:xfrm>
          <a:prstGeom prst="rect">
            <a:avLst/>
          </a:prstGeom>
          <a:noFill/>
        </p:spPr>
        <p:txBody>
          <a:bodyPr wrap="square" lIns="0" tIns="0" rIns="0" bIns="0" anchor="ctr">
            <a:spAutoFit/>
          </a:bodyPr>
          <a:lstStyle/>
          <a:p>
            <a:pPr algn="ctr"/>
            <a:r>
              <a:rPr sz="1200" b="0" i="0" u="none">
                <a:solidFill>
                  <a:srgbClr val="64748B"/>
                </a:solidFill>
                <a:latin typeface="Inter"/>
              </a:rPr>
              <a:t>Học kỳ 5 | Năm học 2025 - 2026</a:t>
            </a:r>
          </a:p>
        </p:txBody>
      </p:sp>
      <p:sp>
        <p:nvSpPr>
          <p:cNvPr id="8" name="TextBox 7"/>
          <p:cNvSpPr txBox="1"/>
          <p:nvPr/>
        </p:nvSpPr>
        <p:spPr>
          <a:xfrm>
            <a:off x="5338762" y="4832895"/>
            <a:ext cx="2228850" cy="190500"/>
          </a:xfrm>
          <a:prstGeom prst="rect">
            <a:avLst/>
          </a:prstGeom>
          <a:noFill/>
        </p:spPr>
        <p:txBody>
          <a:bodyPr wrap="square" lIns="0" tIns="0" rIns="0" bIns="0" anchor="ctr">
            <a:spAutoFit/>
          </a:bodyPr>
          <a:lstStyle/>
          <a:p>
            <a:pPr algn="ctr"/>
            <a:r>
              <a:rPr sz="1200" b="0" i="0" u="none" dirty="0">
                <a:solidFill>
                  <a:srgbClr val="64748B"/>
                </a:solidFill>
                <a:latin typeface="Inter"/>
              </a:rPr>
              <a:t>GVHD: </a:t>
            </a:r>
            <a:r>
              <a:rPr sz="1200" b="0" i="0" u="none" dirty="0" err="1">
                <a:solidFill>
                  <a:srgbClr val="64748B"/>
                </a:solidFill>
                <a:latin typeface="Inter"/>
              </a:rPr>
              <a:t>Thầy</a:t>
            </a:r>
            <a:r>
              <a:rPr sz="1200" b="0" i="0" u="none" dirty="0">
                <a:solidFill>
                  <a:srgbClr val="64748B"/>
                </a:solidFill>
                <a:latin typeface="Inter"/>
              </a:rPr>
              <a:t> </a:t>
            </a:r>
            <a:r>
              <a:rPr sz="1200" b="0" i="0" u="none" dirty="0" err="1">
                <a:solidFill>
                  <a:srgbClr val="64748B"/>
                </a:solidFill>
                <a:latin typeface="Inter"/>
              </a:rPr>
              <a:t>Nguyễn</a:t>
            </a:r>
            <a:r>
              <a:rPr sz="1200" b="0" i="0" u="none" dirty="0">
                <a:solidFill>
                  <a:srgbClr val="64748B"/>
                </a:solidFill>
                <a:latin typeface="Inter"/>
              </a:rPr>
              <a:t> </a:t>
            </a:r>
            <a:r>
              <a:rPr sz="1200" b="0" i="0" u="none" dirty="0" err="1" smtClean="0">
                <a:solidFill>
                  <a:srgbClr val="64748B"/>
                </a:solidFill>
                <a:latin typeface="Inter"/>
              </a:rPr>
              <a:t>Nh</a:t>
            </a:r>
            <a:r>
              <a:rPr lang="en-US" sz="1200" dirty="0" err="1">
                <a:solidFill>
                  <a:srgbClr val="64748B"/>
                </a:solidFill>
                <a:latin typeface="Inter"/>
              </a:rPr>
              <a:t>ự</a:t>
            </a:r>
            <a:r>
              <a:rPr sz="1200" b="0" i="0" u="none" dirty="0" err="1" smtClean="0">
                <a:solidFill>
                  <a:srgbClr val="64748B"/>
                </a:solidFill>
                <a:latin typeface="Inter"/>
              </a:rPr>
              <a:t>t</a:t>
            </a:r>
            <a:r>
              <a:rPr sz="1200" b="0" i="0" u="none" dirty="0" smtClean="0">
                <a:solidFill>
                  <a:srgbClr val="64748B"/>
                </a:solidFill>
                <a:latin typeface="Inter"/>
              </a:rPr>
              <a:t> </a:t>
            </a:r>
            <a:r>
              <a:rPr sz="1200" b="0" i="0" u="none" dirty="0">
                <a:solidFill>
                  <a:srgbClr val="64748B"/>
                </a:solidFill>
                <a:latin typeface="Inter"/>
              </a:rPr>
              <a:t>Lam</a:t>
            </a:r>
          </a:p>
        </p:txBody>
      </p:sp>
      <p:sp>
        <p:nvSpPr>
          <p:cNvPr id="9" name="TextBox 8"/>
          <p:cNvSpPr txBox="1"/>
          <p:nvPr/>
        </p:nvSpPr>
        <p:spPr>
          <a:xfrm>
            <a:off x="8081962" y="4832895"/>
            <a:ext cx="2009775" cy="190500"/>
          </a:xfrm>
          <a:prstGeom prst="rect">
            <a:avLst/>
          </a:prstGeom>
          <a:noFill/>
        </p:spPr>
        <p:txBody>
          <a:bodyPr wrap="square" lIns="0" tIns="0" rIns="0" bIns="0" anchor="ctr">
            <a:spAutoFit/>
          </a:bodyPr>
          <a:lstStyle/>
          <a:p>
            <a:pPr algn="ctr"/>
            <a:r>
              <a:rPr sz="1200" b="0" i="0" u="none">
                <a:solidFill>
                  <a:srgbClr val="64748B"/>
                </a:solidFill>
                <a:latin typeface="Inter"/>
              </a:rPr>
              <a:t>Khoa Công Nghệ Thông Tin</a:t>
            </a:r>
          </a:p>
        </p:txBody>
      </p:sp>
      <p:pic>
        <p:nvPicPr>
          <p:cNvPr id="10" name="Picture 9" descr="image.png"/>
          <p:cNvPicPr>
            <a:picLocks noChangeAspect="1"/>
          </p:cNvPicPr>
          <p:nvPr/>
        </p:nvPicPr>
        <p:blipFill>
          <a:blip r:embed="rId5"/>
          <a:stretch>
            <a:fillRect/>
          </a:stretch>
        </p:blipFill>
        <p:spPr>
          <a:xfrm>
            <a:off x="2100262" y="4851945"/>
            <a:ext cx="190500" cy="152400"/>
          </a:xfrm>
          <a:prstGeom prst="rect">
            <a:avLst/>
          </a:prstGeom>
        </p:spPr>
      </p:pic>
      <p:pic>
        <p:nvPicPr>
          <p:cNvPr id="11" name="Picture 10" descr="image.png"/>
          <p:cNvPicPr>
            <a:picLocks noChangeAspect="1"/>
          </p:cNvPicPr>
          <p:nvPr/>
        </p:nvPicPr>
        <p:blipFill>
          <a:blip r:embed="rId6"/>
          <a:stretch>
            <a:fillRect/>
          </a:stretch>
        </p:blipFill>
        <p:spPr>
          <a:xfrm>
            <a:off x="5072062" y="4851945"/>
            <a:ext cx="190500" cy="152400"/>
          </a:xfrm>
          <a:prstGeom prst="rect">
            <a:avLst/>
          </a:prstGeom>
        </p:spPr>
      </p:pic>
      <p:pic>
        <p:nvPicPr>
          <p:cNvPr id="12" name="Picture 11" descr="image.png"/>
          <p:cNvPicPr>
            <a:picLocks noChangeAspect="1"/>
          </p:cNvPicPr>
          <p:nvPr/>
        </p:nvPicPr>
        <p:blipFill>
          <a:blip r:embed="rId7"/>
          <a:stretch>
            <a:fillRect/>
          </a:stretch>
        </p:blipFill>
        <p:spPr>
          <a:xfrm>
            <a:off x="7853362" y="4851945"/>
            <a:ext cx="152400" cy="1524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584477" y="2338387"/>
            <a:ext cx="1023044" cy="200025"/>
          </a:xfrm>
          <a:prstGeom prst="rect">
            <a:avLst/>
          </a:prstGeom>
          <a:noFill/>
        </p:spPr>
        <p:txBody>
          <a:bodyPr wrap="square" lIns="0" tIns="0" rIns="0" bIns="0" anchor="t">
            <a:spAutoFit/>
          </a:bodyPr>
          <a:lstStyle/>
          <a:p>
            <a:pPr algn="ctr"/>
            <a:r>
              <a:rPr sz="1350" b="1" i="0" u="none">
                <a:solidFill>
                  <a:srgbClr val="4F46E5"/>
                </a:solidFill>
                <a:latin typeface="Inter"/>
              </a:rPr>
              <a:t>CHƯƠNG 1</a:t>
            </a:r>
          </a:p>
        </p:txBody>
      </p:sp>
      <p:sp>
        <p:nvSpPr>
          <p:cNvPr id="4" name="TextBox 3"/>
          <p:cNvSpPr txBox="1"/>
          <p:nvPr/>
        </p:nvSpPr>
        <p:spPr>
          <a:xfrm>
            <a:off x="2025491" y="2652712"/>
            <a:ext cx="8141017" cy="628650"/>
          </a:xfrm>
          <a:prstGeom prst="rect">
            <a:avLst/>
          </a:prstGeom>
          <a:noFill/>
        </p:spPr>
        <p:txBody>
          <a:bodyPr wrap="square" lIns="0" tIns="0" rIns="0" bIns="0" anchor="t">
            <a:spAutoFit/>
          </a:bodyPr>
          <a:lstStyle/>
          <a:p>
            <a:pPr algn="ctr"/>
            <a:r>
              <a:rPr sz="3900" b="1" i="0" u="none">
                <a:solidFill>
                  <a:srgbClr val="0F172A"/>
                </a:solidFill>
                <a:latin typeface="Plus Jakarta Sans"/>
              </a:rPr>
              <a:t>Tổng Quan &amp; Lý Thuyết Nền Tảng</a:t>
            </a:r>
          </a:p>
        </p:txBody>
      </p:sp>
      <p:sp>
        <p:nvSpPr>
          <p:cNvPr id="5" name="TextBox 4"/>
          <p:cNvSpPr txBox="1"/>
          <p:nvPr/>
        </p:nvSpPr>
        <p:spPr>
          <a:xfrm>
            <a:off x="2524125" y="3433762"/>
            <a:ext cx="7143750" cy="590550"/>
          </a:xfrm>
          <a:prstGeom prst="rect">
            <a:avLst/>
          </a:prstGeom>
          <a:noFill/>
        </p:spPr>
        <p:txBody>
          <a:bodyPr wrap="square" lIns="0" tIns="0" rIns="0" bIns="0" anchor="t">
            <a:spAutoFit/>
          </a:bodyPr>
          <a:lstStyle/>
          <a:p>
            <a:pPr algn="ctr">
              <a:lnSpc>
                <a:spcPts val="2325"/>
              </a:lnSpc>
            </a:pPr>
            <a:r>
              <a:rPr sz="1500" b="0" i="0" u="none" dirty="0" err="1">
                <a:solidFill>
                  <a:srgbClr val="64748B"/>
                </a:solidFill>
                <a:latin typeface="Inter"/>
              </a:rPr>
              <a:t>Tìm</a:t>
            </a:r>
            <a:r>
              <a:rPr sz="1500" b="0" i="0" u="none" dirty="0">
                <a:solidFill>
                  <a:srgbClr val="64748B"/>
                </a:solidFill>
                <a:latin typeface="Inter"/>
              </a:rPr>
              <a:t> </a:t>
            </a:r>
            <a:r>
              <a:rPr sz="1500" b="0" i="0" u="none" dirty="0" err="1">
                <a:solidFill>
                  <a:srgbClr val="64748B"/>
                </a:solidFill>
                <a:latin typeface="Inter"/>
              </a:rPr>
              <a:t>hiểu</a:t>
            </a:r>
            <a:r>
              <a:rPr sz="1500" b="0" i="0" u="none" dirty="0">
                <a:solidFill>
                  <a:srgbClr val="64748B"/>
                </a:solidFill>
                <a:latin typeface="Inter"/>
              </a:rPr>
              <a:t> </a:t>
            </a:r>
            <a:r>
              <a:rPr sz="1500" b="0" i="0" u="none" dirty="0" err="1">
                <a:solidFill>
                  <a:srgbClr val="64748B"/>
                </a:solidFill>
                <a:latin typeface="Inter"/>
              </a:rPr>
              <a:t>tính</a:t>
            </a:r>
            <a:r>
              <a:rPr sz="1500" b="0" i="0" u="none" dirty="0">
                <a:solidFill>
                  <a:srgbClr val="64748B"/>
                </a:solidFill>
                <a:latin typeface="Inter"/>
              </a:rPr>
              <a:t> </a:t>
            </a:r>
            <a:r>
              <a:rPr sz="1500" b="0" i="0" u="none" dirty="0" err="1">
                <a:solidFill>
                  <a:srgbClr val="64748B"/>
                </a:solidFill>
                <a:latin typeface="Inter"/>
              </a:rPr>
              <a:t>cấp</a:t>
            </a:r>
            <a:r>
              <a:rPr sz="1500" b="0" i="0" u="none" dirty="0">
                <a:solidFill>
                  <a:srgbClr val="64748B"/>
                </a:solidFill>
                <a:latin typeface="Inter"/>
              </a:rPr>
              <a:t> </a:t>
            </a:r>
            <a:r>
              <a:rPr sz="1500" b="0" i="0" u="none" dirty="0" err="1">
                <a:solidFill>
                  <a:srgbClr val="64748B"/>
                </a:solidFill>
                <a:latin typeface="Inter"/>
              </a:rPr>
              <a:t>thiết</a:t>
            </a:r>
            <a:r>
              <a:rPr sz="1500" b="0" i="0" u="none" dirty="0">
                <a:solidFill>
                  <a:srgbClr val="64748B"/>
                </a:solidFill>
                <a:latin typeface="Inter"/>
              </a:rPr>
              <a:t>, </a:t>
            </a:r>
            <a:r>
              <a:rPr sz="1500" b="0" i="0" u="none" dirty="0" err="1">
                <a:solidFill>
                  <a:srgbClr val="64748B"/>
                </a:solidFill>
                <a:latin typeface="Inter"/>
              </a:rPr>
              <a:t>mục</a:t>
            </a:r>
            <a:r>
              <a:rPr sz="1500" b="0" i="0" u="none" dirty="0">
                <a:solidFill>
                  <a:srgbClr val="64748B"/>
                </a:solidFill>
                <a:latin typeface="Inter"/>
              </a:rPr>
              <a:t> </a:t>
            </a:r>
            <a:r>
              <a:rPr sz="1500" b="0" i="0" u="none" dirty="0" err="1">
                <a:solidFill>
                  <a:srgbClr val="64748B"/>
                </a:solidFill>
                <a:latin typeface="Inter"/>
              </a:rPr>
              <a:t>tiêu</a:t>
            </a:r>
            <a:r>
              <a:rPr sz="1500" b="0" i="0" u="none" dirty="0">
                <a:solidFill>
                  <a:srgbClr val="64748B"/>
                </a:solidFill>
                <a:latin typeface="Inter"/>
              </a:rPr>
              <a:t> </a:t>
            </a:r>
            <a:r>
              <a:rPr sz="1500" b="0" i="0" u="none" dirty="0" err="1">
                <a:solidFill>
                  <a:srgbClr val="64748B"/>
                </a:solidFill>
                <a:latin typeface="Inter"/>
              </a:rPr>
              <a:t>đề</a:t>
            </a:r>
            <a:r>
              <a:rPr sz="1500" b="0" i="0" u="none" dirty="0">
                <a:solidFill>
                  <a:srgbClr val="64748B"/>
                </a:solidFill>
                <a:latin typeface="Inter"/>
              </a:rPr>
              <a:t> </a:t>
            </a:r>
            <a:r>
              <a:rPr sz="1500" b="0" i="0" u="none" dirty="0" err="1">
                <a:solidFill>
                  <a:srgbClr val="64748B"/>
                </a:solidFill>
                <a:latin typeface="Inter"/>
              </a:rPr>
              <a:t>tài</a:t>
            </a:r>
            <a:r>
              <a:rPr sz="1500" b="0" i="0" u="none" dirty="0">
                <a:solidFill>
                  <a:srgbClr val="64748B"/>
                </a:solidFill>
                <a:latin typeface="Inter"/>
              </a:rPr>
              <a:t>, </a:t>
            </a:r>
            <a:r>
              <a:rPr sz="1500" b="0" i="0" u="none" dirty="0" err="1">
                <a:solidFill>
                  <a:srgbClr val="64748B"/>
                </a:solidFill>
                <a:latin typeface="Inter"/>
              </a:rPr>
              <a:t>phạm</a:t>
            </a:r>
            <a:r>
              <a:rPr sz="1500" b="0" i="0" u="none" dirty="0">
                <a:solidFill>
                  <a:srgbClr val="64748B"/>
                </a:solidFill>
                <a:latin typeface="Inter"/>
              </a:rPr>
              <a:t> vi </a:t>
            </a:r>
            <a:r>
              <a:rPr sz="1500" b="0" i="0" u="none" dirty="0" err="1">
                <a:solidFill>
                  <a:srgbClr val="64748B"/>
                </a:solidFill>
                <a:latin typeface="Inter"/>
              </a:rPr>
              <a:t>nghiên</a:t>
            </a:r>
            <a:r>
              <a:rPr sz="1500" b="0" i="0" u="none" dirty="0">
                <a:solidFill>
                  <a:srgbClr val="64748B"/>
                </a:solidFill>
                <a:latin typeface="Inter"/>
              </a:rPr>
              <a:t> </a:t>
            </a:r>
            <a:r>
              <a:rPr sz="1500" b="0" i="0" u="none" dirty="0" err="1">
                <a:solidFill>
                  <a:srgbClr val="64748B"/>
                </a:solidFill>
                <a:latin typeface="Inter"/>
              </a:rPr>
              <a:t>cứu</a:t>
            </a:r>
            <a:r>
              <a:rPr sz="1500" b="0" i="0" u="none" dirty="0">
                <a:solidFill>
                  <a:srgbClr val="64748B"/>
                </a:solidFill>
                <a:latin typeface="Inter"/>
              </a:rPr>
              <a:t> </a:t>
            </a:r>
            <a:r>
              <a:rPr sz="1500" b="0" i="0" u="none" dirty="0" err="1">
                <a:solidFill>
                  <a:srgbClr val="64748B"/>
                </a:solidFill>
                <a:latin typeface="Inter"/>
              </a:rPr>
              <a:t>và</a:t>
            </a:r>
            <a:r>
              <a:rPr sz="1500" b="0" i="0" u="none" dirty="0">
                <a:solidFill>
                  <a:srgbClr val="64748B"/>
                </a:solidFill>
                <a:latin typeface="Inter"/>
              </a:rPr>
              <a:t> </a:t>
            </a:r>
            <a:r>
              <a:rPr sz="1500" b="0" i="0" u="none" dirty="0" err="1">
                <a:solidFill>
                  <a:srgbClr val="64748B"/>
                </a:solidFill>
                <a:latin typeface="Inter"/>
              </a:rPr>
              <a:t>nền</a:t>
            </a:r>
            <a:r>
              <a:rPr sz="1500" b="0" i="0" u="none" dirty="0">
                <a:solidFill>
                  <a:srgbClr val="64748B"/>
                </a:solidFill>
                <a:latin typeface="Inter"/>
              </a:rPr>
              <a:t> </a:t>
            </a:r>
            <a:r>
              <a:rPr sz="1500" b="0" i="0" u="none" dirty="0" err="1">
                <a:solidFill>
                  <a:srgbClr val="64748B"/>
                </a:solidFill>
                <a:latin typeface="Inter"/>
              </a:rPr>
              <a:t>tảng</a:t>
            </a:r>
            <a:r>
              <a:rPr sz="1500" b="0" i="0" u="none" dirty="0">
                <a:solidFill>
                  <a:srgbClr val="64748B"/>
                </a:solidFill>
                <a:latin typeface="Inter"/>
              </a:rPr>
              <a:t> </a:t>
            </a:r>
            <a:r>
              <a:rPr sz="1500" b="0" i="0" u="none" dirty="0" err="1">
                <a:solidFill>
                  <a:srgbClr val="64748B"/>
                </a:solidFill>
                <a:latin typeface="Inter"/>
              </a:rPr>
              <a:t>công</a:t>
            </a:r>
            <a:r>
              <a:rPr sz="1500" b="0" i="0" u="none" dirty="0">
                <a:solidFill>
                  <a:srgbClr val="64748B"/>
                </a:solidFill>
                <a:latin typeface="Inter"/>
              </a:rPr>
              <a:t> </a:t>
            </a:r>
            <a:r>
              <a:rPr sz="1500" b="0" i="0" u="none" dirty="0" err="1">
                <a:solidFill>
                  <a:srgbClr val="64748B"/>
                </a:solidFill>
                <a:latin typeface="Inter"/>
              </a:rPr>
              <a:t>nghệ</a:t>
            </a:r>
            <a:r>
              <a:rPr sz="1500" b="0" i="0" u="none" dirty="0">
                <a:solidFill>
                  <a:srgbClr val="64748B"/>
                </a:solidFill>
                <a:latin typeface="Inter"/>
              </a:rPr>
              <a:t> </a:t>
            </a:r>
            <a:r>
              <a:rPr sz="1500" b="0" i="0" u="none" dirty="0" err="1">
                <a:solidFill>
                  <a:srgbClr val="64748B"/>
                </a:solidFill>
                <a:latin typeface="Inter"/>
              </a:rPr>
              <a:t>sử</a:t>
            </a:r>
            <a:r>
              <a:rPr sz="1500" b="0" i="0" u="none" dirty="0">
                <a:solidFill>
                  <a:srgbClr val="64748B"/>
                </a:solidFill>
                <a:latin typeface="Inter"/>
              </a:rPr>
              <a:t> </a:t>
            </a:r>
            <a:r>
              <a:rPr sz="1500" b="0" i="0" u="none" dirty="0" err="1">
                <a:solidFill>
                  <a:srgbClr val="64748B"/>
                </a:solidFill>
                <a:latin typeface="Inter"/>
              </a:rPr>
              <a:t>dụng</a:t>
            </a:r>
            <a:r>
              <a:rPr sz="1500" b="0" i="0" u="none" dirty="0">
                <a:solidFill>
                  <a:srgbClr val="64748B"/>
                </a:solidFill>
                <a:latin typeface="Inter"/>
              </a:rPr>
              <a:t> </a:t>
            </a:r>
            <a:r>
              <a:rPr sz="1500" b="0" i="0" u="none" dirty="0" err="1">
                <a:solidFill>
                  <a:srgbClr val="64748B"/>
                </a:solidFill>
                <a:latin typeface="Inter"/>
              </a:rPr>
              <a:t>trong</a:t>
            </a:r>
            <a:r>
              <a:rPr sz="1500" b="0" i="0" u="none" dirty="0">
                <a:solidFill>
                  <a:srgbClr val="64748B"/>
                </a:solidFill>
                <a:latin typeface="Inter"/>
              </a:rPr>
              <a:t> </a:t>
            </a:r>
            <a:r>
              <a:rPr sz="1500" b="0" i="0" u="none" dirty="0" err="1">
                <a:solidFill>
                  <a:srgbClr val="64748B"/>
                </a:solidFill>
                <a:latin typeface="Inter"/>
              </a:rPr>
              <a:t>dự</a:t>
            </a:r>
            <a:r>
              <a:rPr sz="1500" b="0" i="0" u="none" dirty="0">
                <a:solidFill>
                  <a:srgbClr val="64748B"/>
                </a:solidFill>
                <a:latin typeface="Inter"/>
              </a:rPr>
              <a:t> </a:t>
            </a:r>
            <a:r>
              <a:rPr sz="1500" b="0" i="0" u="none" dirty="0" err="1">
                <a:solidFill>
                  <a:srgbClr val="64748B"/>
                </a:solidFill>
                <a:latin typeface="Inter"/>
              </a:rPr>
              <a:t>án</a:t>
            </a:r>
            <a:r>
              <a:rPr sz="1500" b="0" i="0" u="none" dirty="0">
                <a:solidFill>
                  <a:srgbClr val="64748B"/>
                </a:solidFill>
                <a:latin typeface="Inter"/>
              </a:rPr>
              <a:t>.</a:t>
            </a:r>
          </a:p>
        </p:txBody>
      </p:sp>
      <p:sp>
        <p:nvSpPr>
          <p:cNvPr id="6" name="Rectangle 5"/>
          <p:cNvSpPr/>
          <p:nvPr/>
        </p:nvSpPr>
        <p:spPr>
          <a:xfrm>
            <a:off x="5715000" y="4252912"/>
            <a:ext cx="762000" cy="381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90700" y="2411015"/>
            <a:ext cx="9067800" cy="501848"/>
          </a:xfrm>
          <a:prstGeom prst="rect">
            <a:avLst/>
          </a:prstGeom>
          <a:noFill/>
        </p:spPr>
        <p:txBody>
          <a:bodyPr wrap="square" lIns="0" tIns="0" rIns="0" bIns="0" anchor="t">
            <a:spAutoFit/>
          </a:bodyPr>
          <a:lstStyle/>
          <a:p>
            <a:pPr algn="l">
              <a:lnSpc>
                <a:spcPts val="1976"/>
              </a:lnSpc>
            </a:pPr>
            <a:r>
              <a:rPr sz="1500" b="0" i="0" u="none" dirty="0" err="1">
                <a:solidFill>
                  <a:srgbClr val="0F172A"/>
                </a:solidFill>
                <a:latin typeface="Inter SemiBold"/>
              </a:rPr>
              <a:t>Bùng</a:t>
            </a:r>
            <a:r>
              <a:rPr sz="1500" b="0" i="0" u="none" dirty="0">
                <a:solidFill>
                  <a:srgbClr val="0F172A"/>
                </a:solidFill>
                <a:latin typeface="Inter SemiBold"/>
              </a:rPr>
              <a:t> </a:t>
            </a:r>
            <a:r>
              <a:rPr sz="1500" b="0" i="0" u="none" dirty="0" err="1">
                <a:solidFill>
                  <a:srgbClr val="0F172A"/>
                </a:solidFill>
                <a:latin typeface="Inter SemiBold"/>
              </a:rPr>
              <a:t>nổ</a:t>
            </a:r>
            <a:r>
              <a:rPr sz="1500" b="0" i="0" u="none" dirty="0">
                <a:solidFill>
                  <a:srgbClr val="0F172A"/>
                </a:solidFill>
                <a:latin typeface="Inter SemiBold"/>
              </a:rPr>
              <a:t> </a:t>
            </a:r>
            <a:r>
              <a:rPr sz="1500" b="0" i="0" u="none" dirty="0" err="1">
                <a:solidFill>
                  <a:srgbClr val="0F172A"/>
                </a:solidFill>
                <a:latin typeface="Inter SemiBold"/>
              </a:rPr>
              <a:t>Thương</a:t>
            </a:r>
            <a:r>
              <a:rPr sz="1500" b="0" i="0" u="none" dirty="0">
                <a:solidFill>
                  <a:srgbClr val="0F172A"/>
                </a:solidFill>
                <a:latin typeface="Inter SemiBold"/>
              </a:rPr>
              <a:t> </a:t>
            </a:r>
            <a:r>
              <a:rPr sz="1500" b="0" i="0" u="none" dirty="0" err="1">
                <a:solidFill>
                  <a:srgbClr val="0F172A"/>
                </a:solidFill>
                <a:latin typeface="Inter SemiBold"/>
              </a:rPr>
              <a:t>mại</a:t>
            </a:r>
            <a:r>
              <a:rPr sz="1500" b="0" i="0" u="none" dirty="0">
                <a:solidFill>
                  <a:srgbClr val="0F172A"/>
                </a:solidFill>
                <a:latin typeface="Inter SemiBold"/>
              </a:rPr>
              <a:t> </a:t>
            </a:r>
            <a:r>
              <a:rPr sz="1500" b="0" i="0" u="none" dirty="0" err="1">
                <a:solidFill>
                  <a:srgbClr val="0F172A"/>
                </a:solidFill>
                <a:latin typeface="Inter SemiBold"/>
              </a:rPr>
              <a:t>điện</a:t>
            </a:r>
            <a:r>
              <a:rPr sz="1500" b="0" i="0" u="none" dirty="0">
                <a:solidFill>
                  <a:srgbClr val="0F172A"/>
                </a:solidFill>
                <a:latin typeface="Inter SemiBold"/>
              </a:rPr>
              <a:t> </a:t>
            </a:r>
            <a:r>
              <a:rPr sz="1500" b="0" i="0" u="none" dirty="0" err="1">
                <a:solidFill>
                  <a:srgbClr val="0F172A"/>
                </a:solidFill>
                <a:latin typeface="Inter SemiBold"/>
              </a:rPr>
              <a:t>tử</a:t>
            </a:r>
            <a:r>
              <a:rPr sz="1500" b="0" i="0" u="none" dirty="0">
                <a:solidFill>
                  <a:srgbClr val="0F172A"/>
                </a:solidFill>
                <a:latin typeface="Inter SemiBold"/>
              </a:rPr>
              <a:t>:</a:t>
            </a:r>
            <a:r>
              <a:rPr sz="1500" b="0" i="0" u="none" dirty="0">
                <a:solidFill>
                  <a:srgbClr val="334155"/>
                </a:solidFill>
                <a:latin typeface="Inter"/>
              </a:rPr>
              <a:t> </a:t>
            </a:r>
            <a:r>
              <a:rPr sz="1500" b="0" i="0" u="none" dirty="0" err="1">
                <a:solidFill>
                  <a:srgbClr val="334155"/>
                </a:solidFill>
                <a:latin typeface="Inter"/>
              </a:rPr>
              <a:t>Nhu</a:t>
            </a:r>
            <a:r>
              <a:rPr sz="1500" b="0" i="0" u="none" dirty="0">
                <a:solidFill>
                  <a:srgbClr val="334155"/>
                </a:solidFill>
                <a:latin typeface="Inter"/>
              </a:rPr>
              <a:t> </a:t>
            </a:r>
            <a:r>
              <a:rPr sz="1500" b="0" i="0" u="none" dirty="0" err="1">
                <a:solidFill>
                  <a:srgbClr val="334155"/>
                </a:solidFill>
                <a:latin typeface="Inter"/>
              </a:rPr>
              <a:t>cầu</a:t>
            </a:r>
            <a:r>
              <a:rPr sz="1500" b="0" i="0" u="none" dirty="0">
                <a:solidFill>
                  <a:srgbClr val="334155"/>
                </a:solidFill>
                <a:latin typeface="Inter"/>
              </a:rPr>
              <a:t> </a:t>
            </a:r>
            <a:r>
              <a:rPr sz="1500" b="0" i="0" u="none" dirty="0" err="1">
                <a:solidFill>
                  <a:srgbClr val="334155"/>
                </a:solidFill>
                <a:latin typeface="Inter"/>
              </a:rPr>
              <a:t>mua</a:t>
            </a:r>
            <a:r>
              <a:rPr sz="1500" b="0" i="0" u="none" dirty="0">
                <a:solidFill>
                  <a:srgbClr val="334155"/>
                </a:solidFill>
                <a:latin typeface="Inter"/>
              </a:rPr>
              <a:t> </a:t>
            </a:r>
            <a:r>
              <a:rPr sz="1500" b="0" i="0" u="none" dirty="0" err="1">
                <a:solidFill>
                  <a:srgbClr val="334155"/>
                </a:solidFill>
                <a:latin typeface="Inter"/>
              </a:rPr>
              <a:t>sắm</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kiện</a:t>
            </a:r>
            <a:r>
              <a:rPr sz="1500" b="0" i="0" u="none" dirty="0">
                <a:solidFill>
                  <a:srgbClr val="334155"/>
                </a:solidFill>
                <a:latin typeface="Inter"/>
              </a:rPr>
              <a:t> </a:t>
            </a:r>
            <a:r>
              <a:rPr sz="1500" b="0" i="0" u="none" dirty="0" err="1">
                <a:solidFill>
                  <a:srgbClr val="334155"/>
                </a:solidFill>
                <a:latin typeface="Inter"/>
              </a:rPr>
              <a:t>điện</a:t>
            </a:r>
            <a:r>
              <a:rPr sz="1500" b="0" i="0" u="none" dirty="0">
                <a:solidFill>
                  <a:srgbClr val="334155"/>
                </a:solidFill>
                <a:latin typeface="Inter"/>
              </a:rPr>
              <a:t> </a:t>
            </a:r>
            <a:r>
              <a:rPr sz="1500" b="0" i="0" u="none" dirty="0" err="1">
                <a:solidFill>
                  <a:srgbClr val="334155"/>
                </a:solidFill>
                <a:latin typeface="Inter"/>
              </a:rPr>
              <a:t>tử</a:t>
            </a:r>
            <a:r>
              <a:rPr sz="1500" b="0" i="0" u="none" dirty="0">
                <a:solidFill>
                  <a:srgbClr val="334155"/>
                </a:solidFill>
                <a:latin typeface="Inter"/>
              </a:rPr>
              <a:t>, </a:t>
            </a:r>
            <a:r>
              <a:rPr sz="1500" b="0" i="0" u="none" dirty="0" err="1">
                <a:solidFill>
                  <a:srgbClr val="334155"/>
                </a:solidFill>
                <a:latin typeface="Inter"/>
              </a:rPr>
              <a:t>máy</a:t>
            </a:r>
            <a:r>
              <a:rPr sz="1500" b="0" i="0" u="none" dirty="0">
                <a:solidFill>
                  <a:srgbClr val="334155"/>
                </a:solidFill>
                <a:latin typeface="Inter"/>
              </a:rPr>
              <a:t> </a:t>
            </a:r>
            <a:r>
              <a:rPr sz="1500" b="0" i="0" u="none" dirty="0" err="1">
                <a:solidFill>
                  <a:srgbClr val="334155"/>
                </a:solidFill>
                <a:latin typeface="Inter"/>
              </a:rPr>
              <a:t>tính</a:t>
            </a:r>
            <a:r>
              <a:rPr sz="1500" b="0" i="0" u="none" dirty="0">
                <a:solidFill>
                  <a:srgbClr val="334155"/>
                </a:solidFill>
                <a:latin typeface="Inter"/>
              </a:rPr>
              <a:t> </a:t>
            </a:r>
            <a:r>
              <a:rPr sz="1500" b="0" i="0" u="none" dirty="0" err="1">
                <a:solidFill>
                  <a:srgbClr val="334155"/>
                </a:solidFill>
                <a:latin typeface="Inter"/>
              </a:rPr>
              <a:t>trực</a:t>
            </a:r>
            <a:r>
              <a:rPr sz="1500" b="0" i="0" u="none" dirty="0">
                <a:solidFill>
                  <a:srgbClr val="334155"/>
                </a:solidFill>
                <a:latin typeface="Inter"/>
              </a:rPr>
              <a:t> </a:t>
            </a:r>
            <a:r>
              <a:rPr sz="1500" b="0" i="0" u="none" dirty="0" err="1">
                <a:solidFill>
                  <a:srgbClr val="334155"/>
                </a:solidFill>
                <a:latin typeface="Inter"/>
              </a:rPr>
              <a:t>tuyến</a:t>
            </a:r>
            <a:r>
              <a:rPr sz="1500" b="0" i="0" u="none" dirty="0">
                <a:solidFill>
                  <a:srgbClr val="334155"/>
                </a:solidFill>
                <a:latin typeface="Inter"/>
              </a:rPr>
              <a:t> </a:t>
            </a:r>
            <a:r>
              <a:rPr sz="1500" b="0" i="0" u="none" dirty="0" err="1">
                <a:solidFill>
                  <a:srgbClr val="334155"/>
                </a:solidFill>
                <a:latin typeface="Inter"/>
              </a:rPr>
              <a:t>tăng</a:t>
            </a:r>
            <a:r>
              <a:rPr sz="1500" b="0" i="0" u="none" dirty="0">
                <a:solidFill>
                  <a:srgbClr val="334155"/>
                </a:solidFill>
                <a:latin typeface="Inter"/>
              </a:rPr>
              <a:t> </a:t>
            </a:r>
            <a:r>
              <a:rPr sz="1500" b="0" i="0" u="none" dirty="0" err="1">
                <a:solidFill>
                  <a:srgbClr val="334155"/>
                </a:solidFill>
                <a:latin typeface="Inter"/>
              </a:rPr>
              <a:t>mạnh</a:t>
            </a:r>
            <a:r>
              <a:rPr sz="1500" b="0" i="0" u="none" dirty="0">
                <a:solidFill>
                  <a:srgbClr val="334155"/>
                </a:solidFill>
                <a:latin typeface="Inter"/>
              </a:rPr>
              <a:t>. </a:t>
            </a:r>
            <a:r>
              <a:rPr sz="1500" b="0" i="0" u="none" dirty="0" err="1">
                <a:solidFill>
                  <a:srgbClr val="334155"/>
                </a:solidFill>
                <a:latin typeface="Inter"/>
              </a:rPr>
              <a:t>Người</a:t>
            </a:r>
            <a:r>
              <a:rPr sz="1500" b="0" i="0" u="none" dirty="0">
                <a:solidFill>
                  <a:srgbClr val="334155"/>
                </a:solidFill>
                <a:latin typeface="Inter"/>
              </a:rPr>
              <a:t> </a:t>
            </a:r>
            <a:r>
              <a:rPr sz="1500" b="0" i="0" u="none" dirty="0" err="1">
                <a:solidFill>
                  <a:srgbClr val="334155"/>
                </a:solidFill>
                <a:latin typeface="Inter"/>
              </a:rPr>
              <a:t>tiêu</a:t>
            </a:r>
            <a:r>
              <a:rPr sz="1500" b="0" i="0" u="none" dirty="0">
                <a:solidFill>
                  <a:srgbClr val="334155"/>
                </a:solidFill>
                <a:latin typeface="Inter"/>
              </a:rPr>
              <a:t> </a:t>
            </a:r>
            <a:r>
              <a:rPr sz="1500" b="0" i="0" u="none" dirty="0" err="1">
                <a:solidFill>
                  <a:srgbClr val="334155"/>
                </a:solidFill>
                <a:latin typeface="Inter"/>
              </a:rPr>
              <a:t>dùng</a:t>
            </a:r>
            <a:r>
              <a:rPr sz="1500" b="0" i="0" u="none" dirty="0">
                <a:solidFill>
                  <a:srgbClr val="334155"/>
                </a:solidFill>
                <a:latin typeface="Inter"/>
              </a:rPr>
              <a:t> </a:t>
            </a:r>
            <a:r>
              <a:rPr sz="1500" b="0" i="0" u="none" dirty="0" err="1">
                <a:solidFill>
                  <a:srgbClr val="334155"/>
                </a:solidFill>
                <a:latin typeface="Inter"/>
              </a:rPr>
              <a:t>cần</a:t>
            </a:r>
            <a:r>
              <a:rPr sz="1500" b="0" i="0" u="none" dirty="0">
                <a:solidFill>
                  <a:srgbClr val="334155"/>
                </a:solidFill>
                <a:latin typeface="Inter"/>
              </a:rPr>
              <a:t> </a:t>
            </a:r>
            <a:r>
              <a:rPr sz="1500" b="0" i="0" u="none" dirty="0" err="1">
                <a:solidFill>
                  <a:srgbClr val="334155"/>
                </a:solidFill>
                <a:latin typeface="Inter"/>
              </a:rPr>
              <a:t>nền</a:t>
            </a:r>
            <a:r>
              <a:rPr sz="1500" b="0" i="0" u="none" dirty="0">
                <a:solidFill>
                  <a:srgbClr val="334155"/>
                </a:solidFill>
                <a:latin typeface="Inter"/>
              </a:rPr>
              <a:t> </a:t>
            </a:r>
            <a:r>
              <a:rPr sz="1500" b="0" i="0" u="none" dirty="0" err="1">
                <a:solidFill>
                  <a:srgbClr val="334155"/>
                </a:solidFill>
                <a:latin typeface="Inter"/>
              </a:rPr>
              <a:t>tảng</a:t>
            </a:r>
            <a:r>
              <a:rPr sz="1500" b="0" i="0" u="none" dirty="0">
                <a:solidFill>
                  <a:srgbClr val="334155"/>
                </a:solidFill>
                <a:latin typeface="Inter"/>
              </a:rPr>
              <a:t> </a:t>
            </a:r>
            <a:r>
              <a:rPr sz="1500" b="0" i="0" u="none" dirty="0" err="1">
                <a:solidFill>
                  <a:srgbClr val="334155"/>
                </a:solidFill>
                <a:latin typeface="Inter"/>
              </a:rPr>
              <a:t>tiện</a:t>
            </a:r>
            <a:r>
              <a:rPr sz="1500" b="0" i="0" u="none" dirty="0">
                <a:solidFill>
                  <a:srgbClr val="334155"/>
                </a:solidFill>
                <a:latin typeface="Inter"/>
              </a:rPr>
              <a:t> </a:t>
            </a:r>
            <a:r>
              <a:rPr sz="1500" b="0" i="0" u="none" dirty="0" err="1">
                <a:solidFill>
                  <a:srgbClr val="334155"/>
                </a:solidFill>
                <a:latin typeface="Inter"/>
              </a:rPr>
              <a:t>lợi</a:t>
            </a:r>
            <a:r>
              <a:rPr sz="1500" b="0" i="0" u="none" dirty="0">
                <a:solidFill>
                  <a:srgbClr val="334155"/>
                </a:solidFill>
                <a:latin typeface="Inter"/>
              </a:rPr>
              <a:t>, minh </a:t>
            </a:r>
            <a:r>
              <a:rPr sz="1500" b="0" i="0" u="none" dirty="0" err="1">
                <a:solidFill>
                  <a:srgbClr val="334155"/>
                </a:solidFill>
                <a:latin typeface="Inter"/>
              </a:rPr>
              <a:t>bạch</a:t>
            </a:r>
            <a:r>
              <a:rPr sz="1500" b="0" i="0" u="none" dirty="0">
                <a:solidFill>
                  <a:srgbClr val="334155"/>
                </a:solidFill>
                <a:latin typeface="Inter"/>
              </a:rPr>
              <a:t> </a:t>
            </a:r>
            <a:r>
              <a:rPr sz="1500" b="0" i="0" u="none" dirty="0" err="1">
                <a:solidFill>
                  <a:srgbClr val="334155"/>
                </a:solidFill>
                <a:latin typeface="Inter"/>
              </a:rPr>
              <a:t>thông</a:t>
            </a:r>
            <a:r>
              <a:rPr sz="1500" b="0" i="0" u="none" dirty="0">
                <a:solidFill>
                  <a:srgbClr val="334155"/>
                </a:solidFill>
                <a:latin typeface="Inter"/>
              </a:rPr>
              <a:t> </a:t>
            </a:r>
            <a:r>
              <a:rPr sz="1500" b="0" i="0" u="none" dirty="0" err="1">
                <a:solidFill>
                  <a:srgbClr val="334155"/>
                </a:solidFill>
                <a:latin typeface="Inter"/>
              </a:rPr>
              <a:t>số</a:t>
            </a:r>
            <a:r>
              <a:rPr sz="1500" b="0" i="0" u="none" dirty="0">
                <a:solidFill>
                  <a:srgbClr val="334155"/>
                </a:solidFill>
                <a:latin typeface="Inter"/>
              </a:rPr>
              <a:t> </a:t>
            </a:r>
            <a:r>
              <a:rPr sz="1500" b="0" i="0" u="none" dirty="0" err="1">
                <a:solidFill>
                  <a:srgbClr val="334155"/>
                </a:solidFill>
                <a:latin typeface="Inter"/>
              </a:rPr>
              <a:t>kỹ</a:t>
            </a:r>
            <a:r>
              <a:rPr sz="1500" b="0" i="0" u="none" dirty="0">
                <a:solidFill>
                  <a:srgbClr val="334155"/>
                </a:solidFill>
                <a:latin typeface="Inter"/>
              </a:rPr>
              <a:t> </a:t>
            </a:r>
            <a:r>
              <a:rPr sz="1500" b="0" i="0" u="none" dirty="0" err="1">
                <a:solidFill>
                  <a:srgbClr val="334155"/>
                </a:solidFill>
                <a:latin typeface="Inter"/>
              </a:rPr>
              <a:t>thuật</a:t>
            </a:r>
            <a:r>
              <a:rPr sz="1500" b="0" i="0" u="none" dirty="0">
                <a:solidFill>
                  <a:srgbClr val="334155"/>
                </a:solidFill>
                <a:latin typeface="Inter"/>
              </a:rPr>
              <a:t>.</a:t>
            </a:r>
          </a:p>
        </p:txBody>
      </p:sp>
      <p:sp>
        <p:nvSpPr>
          <p:cNvPr id="4" name="TextBox 3"/>
          <p:cNvSpPr txBox="1"/>
          <p:nvPr/>
        </p:nvSpPr>
        <p:spPr>
          <a:xfrm>
            <a:off x="1790700" y="3103364"/>
            <a:ext cx="9067800" cy="512961"/>
          </a:xfrm>
          <a:prstGeom prst="rect">
            <a:avLst/>
          </a:prstGeom>
          <a:noFill/>
        </p:spPr>
        <p:txBody>
          <a:bodyPr wrap="square" lIns="0" tIns="0" rIns="0" bIns="0" anchor="t">
            <a:spAutoFit/>
          </a:bodyPr>
          <a:lstStyle/>
          <a:p>
            <a:pPr algn="l">
              <a:lnSpc>
                <a:spcPts val="1976"/>
              </a:lnSpc>
            </a:pPr>
            <a:r>
              <a:rPr sz="1500" b="0" i="0" u="none" dirty="0" err="1">
                <a:solidFill>
                  <a:srgbClr val="0F172A"/>
                </a:solidFill>
                <a:latin typeface="Inter SemiBold"/>
              </a:rPr>
              <a:t>Mục</a:t>
            </a:r>
            <a:r>
              <a:rPr sz="1500" b="0" i="0" u="none" dirty="0">
                <a:solidFill>
                  <a:srgbClr val="0F172A"/>
                </a:solidFill>
                <a:latin typeface="Inter SemiBold"/>
              </a:rPr>
              <a:t> </a:t>
            </a:r>
            <a:r>
              <a:rPr sz="1500" b="0" i="0" u="none" dirty="0" err="1">
                <a:solidFill>
                  <a:srgbClr val="0F172A"/>
                </a:solidFill>
                <a:latin typeface="Inter SemiBold"/>
              </a:rPr>
              <a:t>tiêu</a:t>
            </a:r>
            <a:r>
              <a:rPr sz="1500" b="0" i="0" u="none" dirty="0">
                <a:solidFill>
                  <a:srgbClr val="0F172A"/>
                </a:solidFill>
                <a:latin typeface="Inter SemiBold"/>
              </a:rPr>
              <a:t> </a:t>
            </a:r>
            <a:r>
              <a:rPr sz="1500" b="0" i="0" u="none" dirty="0" err="1">
                <a:solidFill>
                  <a:srgbClr val="0F172A"/>
                </a:solidFill>
                <a:latin typeface="Inter SemiBold"/>
              </a:rPr>
              <a:t>chính</a:t>
            </a:r>
            <a:r>
              <a:rPr sz="1500" b="0" i="0" u="none" dirty="0">
                <a:solidFill>
                  <a:srgbClr val="0F172A"/>
                </a:solidFill>
                <a:latin typeface="Inter SemiBold"/>
              </a:rPr>
              <a:t>:</a:t>
            </a:r>
            <a:r>
              <a:rPr sz="1500" b="0" i="0" u="none" dirty="0">
                <a:solidFill>
                  <a:srgbClr val="334155"/>
                </a:solidFill>
                <a:latin typeface="Inter"/>
              </a:rPr>
              <a:t> </a:t>
            </a:r>
            <a:r>
              <a:rPr sz="1500" b="0" i="0" u="none" dirty="0" err="1">
                <a:solidFill>
                  <a:srgbClr val="334155"/>
                </a:solidFill>
                <a:latin typeface="Inter"/>
              </a:rPr>
              <a:t>Xây</a:t>
            </a:r>
            <a:r>
              <a:rPr sz="1500" b="0" i="0" u="none" dirty="0">
                <a:solidFill>
                  <a:srgbClr val="334155"/>
                </a:solidFill>
                <a:latin typeface="Inter"/>
              </a:rPr>
              <a:t> </a:t>
            </a:r>
            <a:r>
              <a:rPr sz="1500" b="0" i="0" u="none" dirty="0" err="1">
                <a:solidFill>
                  <a:srgbClr val="334155"/>
                </a:solidFill>
                <a:latin typeface="Inter"/>
              </a:rPr>
              <a:t>dựng</a:t>
            </a:r>
            <a:r>
              <a:rPr sz="1500" b="0" i="0" u="none" dirty="0">
                <a:solidFill>
                  <a:srgbClr val="334155"/>
                </a:solidFill>
                <a:latin typeface="Inter"/>
              </a:rPr>
              <a:t> website </a:t>
            </a:r>
            <a:r>
              <a:rPr sz="1500" b="0" i="0" u="none" dirty="0" err="1">
                <a:solidFill>
                  <a:srgbClr val="334155"/>
                </a:solidFill>
                <a:latin typeface="Inter"/>
              </a:rPr>
              <a:t>bán</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kiện</a:t>
            </a:r>
            <a:r>
              <a:rPr sz="1500" b="0" i="0" u="none" dirty="0">
                <a:solidFill>
                  <a:srgbClr val="334155"/>
                </a:solidFill>
                <a:latin typeface="Inter"/>
              </a:rPr>
              <a:t> </a:t>
            </a:r>
            <a:r>
              <a:rPr sz="1500" b="0" i="0" u="none" dirty="0" err="1" smtClean="0">
                <a:solidFill>
                  <a:srgbClr val="334155"/>
                </a:solidFill>
                <a:latin typeface="Inter"/>
              </a:rPr>
              <a:t>chuẩn</a:t>
            </a:r>
            <a:r>
              <a:rPr sz="1500" b="0" i="0" u="none" dirty="0" smtClean="0">
                <a:solidFill>
                  <a:srgbClr val="334155"/>
                </a:solidFill>
                <a:latin typeface="Inter"/>
              </a:rPr>
              <a:t>, </a:t>
            </a:r>
            <a:r>
              <a:rPr sz="1500" b="0" i="0" u="none" dirty="0" err="1">
                <a:solidFill>
                  <a:srgbClr val="334155"/>
                </a:solidFill>
                <a:latin typeface="Inter"/>
              </a:rPr>
              <a:t>tối</a:t>
            </a:r>
            <a:r>
              <a:rPr sz="1500" b="0" i="0" u="none" dirty="0">
                <a:solidFill>
                  <a:srgbClr val="334155"/>
                </a:solidFill>
                <a:latin typeface="Inter"/>
              </a:rPr>
              <a:t> </a:t>
            </a:r>
            <a:r>
              <a:rPr sz="1500" b="0" i="0" u="none" dirty="0" err="1">
                <a:solidFill>
                  <a:srgbClr val="334155"/>
                </a:solidFill>
                <a:latin typeface="Inter"/>
              </a:rPr>
              <a:t>ưu</a:t>
            </a:r>
            <a:r>
              <a:rPr sz="1500" b="0" i="0" u="none" dirty="0">
                <a:solidFill>
                  <a:srgbClr val="334155"/>
                </a:solidFill>
                <a:latin typeface="Inter"/>
              </a:rPr>
              <a:t> </a:t>
            </a:r>
            <a:r>
              <a:rPr sz="1500" b="0" i="0" u="none" dirty="0" err="1">
                <a:solidFill>
                  <a:srgbClr val="334155"/>
                </a:solidFill>
                <a:latin typeface="Inter"/>
              </a:rPr>
              <a:t>trải</a:t>
            </a:r>
            <a:r>
              <a:rPr sz="1500" b="0" i="0" u="none" dirty="0">
                <a:solidFill>
                  <a:srgbClr val="334155"/>
                </a:solidFill>
                <a:latin typeface="Inter"/>
              </a:rPr>
              <a:t> </a:t>
            </a:r>
            <a:r>
              <a:rPr sz="1500" b="0" i="0" u="none" dirty="0" err="1">
                <a:solidFill>
                  <a:srgbClr val="334155"/>
                </a:solidFill>
                <a:latin typeface="Inter"/>
              </a:rPr>
              <a:t>nghiệm</a:t>
            </a:r>
            <a:r>
              <a:rPr sz="1500" b="0" i="0" u="none" dirty="0">
                <a:solidFill>
                  <a:srgbClr val="334155"/>
                </a:solidFill>
                <a:latin typeface="Inter"/>
              </a:rPr>
              <a:t> </a:t>
            </a:r>
            <a:r>
              <a:rPr sz="1500" b="0" i="0" u="none" dirty="0" err="1">
                <a:solidFill>
                  <a:srgbClr val="334155"/>
                </a:solidFill>
                <a:latin typeface="Inter"/>
              </a:rPr>
              <a:t>người</a:t>
            </a:r>
            <a:r>
              <a:rPr sz="1500" b="0" i="0" u="none" dirty="0">
                <a:solidFill>
                  <a:srgbClr val="334155"/>
                </a:solidFill>
                <a:latin typeface="Inter"/>
              </a:rPr>
              <a:t> </a:t>
            </a:r>
            <a:r>
              <a:rPr sz="1500" b="0" i="0" u="none" dirty="0" err="1">
                <a:solidFill>
                  <a:srgbClr val="334155"/>
                </a:solidFill>
                <a:latin typeface="Inter"/>
              </a:rPr>
              <a:t>dùng</a:t>
            </a:r>
            <a:r>
              <a:rPr sz="1500" b="0" i="0" u="none" dirty="0">
                <a:solidFill>
                  <a:srgbClr val="334155"/>
                </a:solidFill>
                <a:latin typeface="Inter"/>
              </a:rPr>
              <a:t> </a:t>
            </a:r>
            <a:r>
              <a:rPr sz="1500" b="0" i="0" u="none" dirty="0" err="1">
                <a:solidFill>
                  <a:srgbClr val="334155"/>
                </a:solidFill>
                <a:latin typeface="Inter"/>
              </a:rPr>
              <a:t>từ</a:t>
            </a:r>
            <a:r>
              <a:rPr sz="1500" b="0" i="0" u="none" dirty="0">
                <a:solidFill>
                  <a:srgbClr val="334155"/>
                </a:solidFill>
                <a:latin typeface="Inter"/>
              </a:rPr>
              <a:t> </a:t>
            </a:r>
            <a:r>
              <a:rPr sz="1500" b="0" i="0" u="none" dirty="0" err="1">
                <a:solidFill>
                  <a:srgbClr val="334155"/>
                </a:solidFill>
                <a:latin typeface="Inter"/>
              </a:rPr>
              <a:t>tìm</a:t>
            </a:r>
            <a:r>
              <a:rPr sz="1500" b="0" i="0" u="none" dirty="0">
                <a:solidFill>
                  <a:srgbClr val="334155"/>
                </a:solidFill>
                <a:latin typeface="Inter"/>
              </a:rPr>
              <a:t> </a:t>
            </a:r>
            <a:r>
              <a:rPr sz="1500" b="0" i="0" u="none" dirty="0" err="1">
                <a:solidFill>
                  <a:srgbClr val="334155"/>
                </a:solidFill>
                <a:latin typeface="Inter"/>
              </a:rPr>
              <a:t>kiếm</a:t>
            </a:r>
            <a:r>
              <a:rPr sz="1500" b="0" i="0" u="none" dirty="0">
                <a:solidFill>
                  <a:srgbClr val="334155"/>
                </a:solidFill>
                <a:latin typeface="Inter"/>
              </a:rPr>
              <a:t>, </a:t>
            </a:r>
            <a:r>
              <a:rPr sz="1500" b="0" i="0" u="none" dirty="0" err="1">
                <a:solidFill>
                  <a:srgbClr val="334155"/>
                </a:solidFill>
                <a:latin typeface="Inter"/>
              </a:rPr>
              <a:t>xem</a:t>
            </a:r>
            <a:r>
              <a:rPr sz="1500" b="0" i="0" u="none" dirty="0">
                <a:solidFill>
                  <a:srgbClr val="334155"/>
                </a:solidFill>
                <a:latin typeface="Inter"/>
              </a:rPr>
              <a:t> chi </a:t>
            </a:r>
            <a:r>
              <a:rPr sz="1500" b="0" i="0" u="none" dirty="0" err="1">
                <a:solidFill>
                  <a:srgbClr val="334155"/>
                </a:solidFill>
                <a:latin typeface="Inter"/>
              </a:rPr>
              <a:t>tiết</a:t>
            </a:r>
            <a:r>
              <a:rPr sz="1500" b="0" i="0" u="none" dirty="0">
                <a:solidFill>
                  <a:srgbClr val="334155"/>
                </a:solidFill>
                <a:latin typeface="Inter"/>
              </a:rPr>
              <a:t> </a:t>
            </a:r>
            <a:r>
              <a:rPr sz="1500" b="0" i="0" u="none" dirty="0" err="1">
                <a:solidFill>
                  <a:srgbClr val="334155"/>
                </a:solidFill>
                <a:latin typeface="Inter"/>
              </a:rPr>
              <a:t>đến</a:t>
            </a:r>
            <a:r>
              <a:rPr sz="1500" b="0" i="0" u="none" dirty="0">
                <a:solidFill>
                  <a:srgbClr val="334155"/>
                </a:solidFill>
                <a:latin typeface="Inter"/>
              </a:rPr>
              <a:t> </a:t>
            </a:r>
            <a:r>
              <a:rPr sz="1500" b="0" i="0" u="none" dirty="0" err="1">
                <a:solidFill>
                  <a:srgbClr val="334155"/>
                </a:solidFill>
                <a:latin typeface="Inter"/>
              </a:rPr>
              <a:t>đặt</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trực</a:t>
            </a:r>
            <a:r>
              <a:rPr sz="1500" b="0" i="0" u="none" dirty="0">
                <a:solidFill>
                  <a:srgbClr val="334155"/>
                </a:solidFill>
                <a:latin typeface="Inter"/>
              </a:rPr>
              <a:t> </a:t>
            </a:r>
            <a:r>
              <a:rPr sz="1500" b="0" i="0" u="none" dirty="0" err="1">
                <a:solidFill>
                  <a:srgbClr val="334155"/>
                </a:solidFill>
                <a:latin typeface="Inter"/>
              </a:rPr>
              <a:t>tuyến</a:t>
            </a:r>
            <a:r>
              <a:rPr sz="1500" b="0" i="0" u="none" dirty="0">
                <a:solidFill>
                  <a:srgbClr val="334155"/>
                </a:solidFill>
                <a:latin typeface="Inter"/>
              </a:rPr>
              <a:t>.</a:t>
            </a:r>
          </a:p>
        </p:txBody>
      </p:sp>
      <p:sp>
        <p:nvSpPr>
          <p:cNvPr id="5" name="TextBox 4"/>
          <p:cNvSpPr txBox="1"/>
          <p:nvPr/>
        </p:nvSpPr>
        <p:spPr>
          <a:xfrm>
            <a:off x="1790700" y="3795712"/>
            <a:ext cx="9067800" cy="501848"/>
          </a:xfrm>
          <a:prstGeom prst="rect">
            <a:avLst/>
          </a:prstGeom>
          <a:noFill/>
        </p:spPr>
        <p:txBody>
          <a:bodyPr wrap="square" lIns="0" tIns="0" rIns="0" bIns="0" anchor="t">
            <a:spAutoFit/>
          </a:bodyPr>
          <a:lstStyle/>
          <a:p>
            <a:pPr algn="l">
              <a:lnSpc>
                <a:spcPts val="1976"/>
              </a:lnSpc>
            </a:pPr>
            <a:r>
              <a:rPr sz="1500" b="0" i="0" u="none">
                <a:solidFill>
                  <a:srgbClr val="0F172A"/>
                </a:solidFill>
                <a:latin typeface="Inter SemiBold"/>
              </a:rPr>
              <a:t>Mục tiêu quản trị:</a:t>
            </a:r>
            <a:r>
              <a:rPr sz="1500" b="0" i="0" u="none">
                <a:solidFill>
                  <a:srgbClr val="334155"/>
                </a:solidFill>
                <a:latin typeface="Inter"/>
              </a:rPr>
              <a:t> Cung cấp công cụ quản lý kho hàng, quản lý đơn hàng, công nợ và tự động xuất báo cáo doanh thu chính xác cho quản trị viên.</a:t>
            </a:r>
          </a:p>
        </p:txBody>
      </p:sp>
      <p:sp>
        <p:nvSpPr>
          <p:cNvPr id="6" name="TextBox 5"/>
          <p:cNvSpPr txBox="1"/>
          <p:nvPr/>
        </p:nvSpPr>
        <p:spPr>
          <a:xfrm>
            <a:off x="1790700" y="4488060"/>
            <a:ext cx="9067800" cy="501848"/>
          </a:xfrm>
          <a:prstGeom prst="rect">
            <a:avLst/>
          </a:prstGeom>
          <a:noFill/>
        </p:spPr>
        <p:txBody>
          <a:bodyPr wrap="square" lIns="0" tIns="0" rIns="0" bIns="0" anchor="t">
            <a:spAutoFit/>
          </a:bodyPr>
          <a:lstStyle/>
          <a:p>
            <a:pPr algn="l">
              <a:lnSpc>
                <a:spcPts val="1976"/>
              </a:lnSpc>
            </a:pPr>
            <a:r>
              <a:rPr sz="1500" b="0" i="0" u="none">
                <a:solidFill>
                  <a:srgbClr val="0F172A"/>
                </a:solidFill>
                <a:latin typeface="Inter SemiBold"/>
              </a:rPr>
              <a:t>An toàn &amp; Tinh gọn:</a:t>
            </a:r>
            <a:r>
              <a:rPr sz="1500" b="0" i="0" u="none">
                <a:solidFill>
                  <a:srgbClr val="334155"/>
                </a:solidFill>
                <a:latin typeface="Inter"/>
              </a:rPr>
              <a:t> Đảm bảo toàn vẹn dữ liệu giao dịch, bảo mật thông tin người dùng và tối ưu tốc độ phản hồi của hệ thống.</a:t>
            </a:r>
          </a:p>
        </p:txBody>
      </p:sp>
      <p:pic>
        <p:nvPicPr>
          <p:cNvPr id="7" name="Picture 6" descr="image.png"/>
          <p:cNvPicPr>
            <a:picLocks noChangeAspect="1"/>
          </p:cNvPicPr>
          <p:nvPr/>
        </p:nvPicPr>
        <p:blipFill>
          <a:blip r:embed="rId3"/>
          <a:stretch>
            <a:fillRect/>
          </a:stretch>
        </p:blipFill>
        <p:spPr>
          <a:xfrm>
            <a:off x="1333500" y="2501503"/>
            <a:ext cx="209550" cy="219075"/>
          </a:xfrm>
          <a:prstGeom prst="rect">
            <a:avLst/>
          </a:prstGeom>
        </p:spPr>
      </p:pic>
      <p:pic>
        <p:nvPicPr>
          <p:cNvPr id="8" name="Picture 7" descr="image.png"/>
          <p:cNvPicPr>
            <a:picLocks noChangeAspect="1"/>
          </p:cNvPicPr>
          <p:nvPr/>
        </p:nvPicPr>
        <p:blipFill>
          <a:blip r:embed="rId4"/>
          <a:stretch>
            <a:fillRect/>
          </a:stretch>
        </p:blipFill>
        <p:spPr>
          <a:xfrm>
            <a:off x="1333500" y="3193851"/>
            <a:ext cx="209550" cy="219075"/>
          </a:xfrm>
          <a:prstGeom prst="rect">
            <a:avLst/>
          </a:prstGeom>
        </p:spPr>
      </p:pic>
      <p:pic>
        <p:nvPicPr>
          <p:cNvPr id="9" name="Picture 8" descr="image.png"/>
          <p:cNvPicPr>
            <a:picLocks noChangeAspect="1"/>
          </p:cNvPicPr>
          <p:nvPr/>
        </p:nvPicPr>
        <p:blipFill>
          <a:blip r:embed="rId5"/>
          <a:stretch>
            <a:fillRect/>
          </a:stretch>
        </p:blipFill>
        <p:spPr>
          <a:xfrm>
            <a:off x="1333500" y="3886200"/>
            <a:ext cx="209550" cy="219075"/>
          </a:xfrm>
          <a:prstGeom prst="rect">
            <a:avLst/>
          </a:prstGeom>
        </p:spPr>
      </p:pic>
      <p:pic>
        <p:nvPicPr>
          <p:cNvPr id="10" name="Picture 9" descr="image.png"/>
          <p:cNvPicPr>
            <a:picLocks noChangeAspect="1"/>
          </p:cNvPicPr>
          <p:nvPr/>
        </p:nvPicPr>
        <p:blipFill>
          <a:blip r:embed="rId6"/>
          <a:stretch>
            <a:fillRect/>
          </a:stretch>
        </p:blipFill>
        <p:spPr>
          <a:xfrm>
            <a:off x="1333500" y="4578548"/>
            <a:ext cx="209550" cy="219075"/>
          </a:xfrm>
          <a:prstGeom prst="rect">
            <a:avLst/>
          </a:prstGeom>
        </p:spPr>
      </p:pic>
      <p:sp>
        <p:nvSpPr>
          <p:cNvPr id="11" name="TextBox 10"/>
          <p:cNvSpPr txBox="1"/>
          <p:nvPr/>
        </p:nvSpPr>
        <p:spPr>
          <a:xfrm>
            <a:off x="723900" y="476250"/>
            <a:ext cx="11441430" cy="428625"/>
          </a:xfrm>
          <a:prstGeom prst="rect">
            <a:avLst/>
          </a:prstGeom>
          <a:noFill/>
        </p:spPr>
        <p:txBody>
          <a:bodyPr wrap="square" lIns="0" tIns="0" rIns="0" bIns="0" anchor="t">
            <a:spAutoFit/>
          </a:bodyPr>
          <a:lstStyle/>
          <a:p>
            <a:pPr algn="l"/>
            <a:r>
              <a:rPr sz="2700" b="1" i="0" u="none" dirty="0" err="1">
                <a:solidFill>
                  <a:srgbClr val="1E1B4B"/>
                </a:solidFill>
                <a:latin typeface="Plus Jakarta Sans"/>
              </a:rPr>
              <a:t>Tính</a:t>
            </a:r>
            <a:r>
              <a:rPr sz="2700" b="1" i="0" u="none" dirty="0">
                <a:solidFill>
                  <a:srgbClr val="1E1B4B"/>
                </a:solidFill>
                <a:latin typeface="Plus Jakarta Sans"/>
              </a:rPr>
              <a:t> </a:t>
            </a:r>
            <a:r>
              <a:rPr sz="2700" b="1" i="0" u="none" dirty="0" err="1">
                <a:solidFill>
                  <a:srgbClr val="1E1B4B"/>
                </a:solidFill>
                <a:latin typeface="Plus Jakarta Sans"/>
              </a:rPr>
              <a:t>Cấp</a:t>
            </a:r>
            <a:r>
              <a:rPr sz="2700" b="1" i="0" u="none" dirty="0">
                <a:solidFill>
                  <a:srgbClr val="1E1B4B"/>
                </a:solidFill>
                <a:latin typeface="Plus Jakarta Sans"/>
              </a:rPr>
              <a:t> </a:t>
            </a:r>
            <a:r>
              <a:rPr sz="2700" b="1" i="0" u="none" dirty="0" err="1">
                <a:solidFill>
                  <a:srgbClr val="1E1B4B"/>
                </a:solidFill>
                <a:latin typeface="Plus Jakarta Sans"/>
              </a:rPr>
              <a:t>Thiết</a:t>
            </a:r>
            <a:r>
              <a:rPr sz="2700" b="1" i="0" u="none" dirty="0">
                <a:solidFill>
                  <a:srgbClr val="1E1B4B"/>
                </a:solidFill>
                <a:latin typeface="Plus Jakarta Sans"/>
              </a:rPr>
              <a:t> &amp; </a:t>
            </a:r>
            <a:r>
              <a:rPr sz="2700" b="1" i="0" u="none" dirty="0" err="1">
                <a:solidFill>
                  <a:srgbClr val="1E1B4B"/>
                </a:solidFill>
                <a:latin typeface="Plus Jakarta Sans"/>
              </a:rPr>
              <a:t>Mục</a:t>
            </a:r>
            <a:r>
              <a:rPr sz="2700" b="1" i="0" u="none" dirty="0">
                <a:solidFill>
                  <a:srgbClr val="1E1B4B"/>
                </a:solidFill>
                <a:latin typeface="Plus Jakarta Sans"/>
              </a:rPr>
              <a:t> </a:t>
            </a:r>
            <a:r>
              <a:rPr sz="2700" b="1" i="0" u="none" dirty="0" err="1">
                <a:solidFill>
                  <a:srgbClr val="1E1B4B"/>
                </a:solidFill>
                <a:latin typeface="Plus Jakarta Sans"/>
              </a:rPr>
              <a:t>Tiêu</a:t>
            </a:r>
            <a:r>
              <a:rPr sz="2700" b="1" i="0" u="none" dirty="0">
                <a:solidFill>
                  <a:srgbClr val="1E1B4B"/>
                </a:solidFill>
                <a:latin typeface="Plus Jakarta Sans"/>
              </a:rPr>
              <a:t> </a:t>
            </a:r>
            <a:r>
              <a:rPr sz="2700" b="1" i="0" u="none" dirty="0" err="1">
                <a:solidFill>
                  <a:srgbClr val="1E1B4B"/>
                </a:solidFill>
                <a:latin typeface="Plus Jakarta Sans"/>
              </a:rPr>
              <a:t>Đề</a:t>
            </a:r>
            <a:r>
              <a:rPr sz="2700" b="1" i="0" u="none" dirty="0">
                <a:solidFill>
                  <a:srgbClr val="1E1B4B"/>
                </a:solidFill>
                <a:latin typeface="Plus Jakarta Sans"/>
              </a:rPr>
              <a:t> </a:t>
            </a:r>
            <a:r>
              <a:rPr sz="2700" b="1" i="0" u="none" dirty="0" err="1">
                <a:solidFill>
                  <a:srgbClr val="1E1B4B"/>
                </a:solidFill>
                <a:latin typeface="Plus Jakarta Sans"/>
              </a:rPr>
              <a:t>Tài</a:t>
            </a:r>
            <a:endParaRPr sz="2700" b="1" i="0" u="none" dirty="0">
              <a:solidFill>
                <a:srgbClr val="1E1B4B"/>
              </a:solidFill>
              <a:latin typeface="Plus Jakarta Sans"/>
            </a:endParaRPr>
          </a:p>
        </p:txBody>
      </p:sp>
      <p:sp>
        <p:nvSpPr>
          <p:cNvPr id="12" name="Rectangle 11"/>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69939"/>
            <a:ext cx="3530649" cy="2851546"/>
          </a:xfrm>
          <a:prstGeom prst="rect">
            <a:avLst/>
          </a:prstGeom>
        </p:spPr>
      </p:pic>
      <p:pic>
        <p:nvPicPr>
          <p:cNvPr id="4" name="Picture 3" descr="image.png"/>
          <p:cNvPicPr>
            <a:picLocks noChangeAspect="1"/>
          </p:cNvPicPr>
          <p:nvPr/>
        </p:nvPicPr>
        <p:blipFill>
          <a:blip r:embed="rId4"/>
          <a:stretch>
            <a:fillRect/>
          </a:stretch>
        </p:blipFill>
        <p:spPr>
          <a:xfrm>
            <a:off x="4330749" y="2369939"/>
            <a:ext cx="3530649" cy="2851546"/>
          </a:xfrm>
          <a:prstGeom prst="rect">
            <a:avLst/>
          </a:prstGeom>
        </p:spPr>
      </p:pic>
      <p:pic>
        <p:nvPicPr>
          <p:cNvPr id="5" name="Picture 4" descr="image.png"/>
          <p:cNvPicPr>
            <a:picLocks noChangeAspect="1"/>
          </p:cNvPicPr>
          <p:nvPr/>
        </p:nvPicPr>
        <p:blipFill>
          <a:blip r:embed="rId5"/>
          <a:stretch>
            <a:fillRect/>
          </a:stretch>
        </p:blipFill>
        <p:spPr>
          <a:xfrm>
            <a:off x="8089999" y="2369939"/>
            <a:ext cx="3530649" cy="2851546"/>
          </a:xfrm>
          <a:prstGeom prst="rect">
            <a:avLst/>
          </a:prstGeom>
        </p:spPr>
      </p:pic>
      <p:pic>
        <p:nvPicPr>
          <p:cNvPr id="6" name="Picture 5" descr="image.png"/>
          <p:cNvPicPr>
            <a:picLocks noChangeAspect="1"/>
          </p:cNvPicPr>
          <p:nvPr/>
        </p:nvPicPr>
        <p:blipFill>
          <a:blip r:embed="rId6"/>
          <a:stretch>
            <a:fillRect/>
          </a:stretch>
        </p:blipFill>
        <p:spPr>
          <a:xfrm>
            <a:off x="847725" y="2646164"/>
            <a:ext cx="609600" cy="609600"/>
          </a:xfrm>
          <a:prstGeom prst="rect">
            <a:avLst/>
          </a:prstGeom>
        </p:spPr>
      </p:pic>
      <p:sp>
        <p:nvSpPr>
          <p:cNvPr id="7" name="TextBox 6"/>
          <p:cNvSpPr txBox="1"/>
          <p:nvPr/>
        </p:nvSpPr>
        <p:spPr>
          <a:xfrm>
            <a:off x="847725" y="3427214"/>
            <a:ext cx="3127109" cy="285750"/>
          </a:xfrm>
          <a:prstGeom prst="rect">
            <a:avLst/>
          </a:prstGeom>
          <a:noFill/>
        </p:spPr>
        <p:txBody>
          <a:bodyPr wrap="square" lIns="0" tIns="0" rIns="0" bIns="0" anchor="t">
            <a:spAutoFit/>
          </a:bodyPr>
          <a:lstStyle/>
          <a:p>
            <a:pPr algn="l"/>
            <a:r>
              <a:rPr sz="1800" b="0" i="0" u="none" dirty="0" err="1">
                <a:solidFill>
                  <a:srgbClr val="1E293B"/>
                </a:solidFill>
                <a:latin typeface="Plus Jakarta Sans SemiBold"/>
              </a:rPr>
              <a:t>Đối</a:t>
            </a:r>
            <a:r>
              <a:rPr sz="1800" b="0" i="0" u="none" dirty="0">
                <a:solidFill>
                  <a:srgbClr val="1E293B"/>
                </a:solidFill>
                <a:latin typeface="Plus Jakarta Sans SemiBold"/>
              </a:rPr>
              <a:t> </a:t>
            </a:r>
            <a:r>
              <a:rPr sz="1800" b="0" i="0" u="none" dirty="0" err="1">
                <a:solidFill>
                  <a:srgbClr val="1E293B"/>
                </a:solidFill>
                <a:latin typeface="Plus Jakarta Sans SemiBold"/>
              </a:rPr>
              <a:t>Tượng</a:t>
            </a:r>
            <a:r>
              <a:rPr sz="1800" b="0" i="0" u="none" dirty="0">
                <a:solidFill>
                  <a:srgbClr val="1E293B"/>
                </a:solidFill>
                <a:latin typeface="Plus Jakarta Sans SemiBold"/>
              </a:rPr>
              <a:t> </a:t>
            </a:r>
            <a:r>
              <a:rPr sz="1800" b="0" i="0" u="none" dirty="0" err="1">
                <a:solidFill>
                  <a:srgbClr val="1E293B"/>
                </a:solidFill>
                <a:latin typeface="Plus Jakarta Sans SemiBold"/>
              </a:rPr>
              <a:t>Nghiên</a:t>
            </a:r>
            <a:r>
              <a:rPr sz="1800" b="0" i="0" u="none" dirty="0">
                <a:solidFill>
                  <a:srgbClr val="1E293B"/>
                </a:solidFill>
                <a:latin typeface="Plus Jakarta Sans SemiBold"/>
              </a:rPr>
              <a:t> </a:t>
            </a:r>
            <a:r>
              <a:rPr sz="1800" b="0" i="0" u="none" dirty="0" err="1">
                <a:solidFill>
                  <a:srgbClr val="1E293B"/>
                </a:solidFill>
                <a:latin typeface="Plus Jakarta Sans SemiBold"/>
              </a:rPr>
              <a:t>Cứu</a:t>
            </a:r>
            <a:endParaRPr sz="1800" b="0" i="0" u="none" dirty="0">
              <a:solidFill>
                <a:srgbClr val="1E293B"/>
              </a:solidFill>
              <a:latin typeface="Plus Jakarta Sans SemiBold"/>
            </a:endParaRPr>
          </a:p>
        </p:txBody>
      </p:sp>
      <p:sp>
        <p:nvSpPr>
          <p:cNvPr id="8" name="TextBox 7"/>
          <p:cNvSpPr txBox="1"/>
          <p:nvPr/>
        </p:nvSpPr>
        <p:spPr>
          <a:xfrm>
            <a:off x="847725" y="3827264"/>
            <a:ext cx="2978199"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Quy</a:t>
            </a:r>
            <a:r>
              <a:rPr sz="1500" b="0" i="0" u="none" dirty="0">
                <a:solidFill>
                  <a:srgbClr val="334155"/>
                </a:solidFill>
                <a:latin typeface="Inter"/>
              </a:rPr>
              <a:t> </a:t>
            </a:r>
            <a:r>
              <a:rPr sz="1500" b="0" i="0" u="none" dirty="0" err="1">
                <a:solidFill>
                  <a:srgbClr val="334155"/>
                </a:solidFill>
                <a:latin typeface="Inter"/>
              </a:rPr>
              <a:t>trình</a:t>
            </a:r>
            <a:r>
              <a:rPr sz="1500" b="0" i="0" u="none" dirty="0">
                <a:solidFill>
                  <a:srgbClr val="334155"/>
                </a:solidFill>
                <a:latin typeface="Inter"/>
              </a:rPr>
              <a:t> </a:t>
            </a:r>
            <a:r>
              <a:rPr sz="1500" b="0" i="0" u="none" dirty="0" err="1">
                <a:solidFill>
                  <a:srgbClr val="334155"/>
                </a:solidFill>
                <a:latin typeface="Inter"/>
              </a:rPr>
              <a:t>nghiệp</a:t>
            </a:r>
            <a:r>
              <a:rPr sz="1500" b="0" i="0" u="none" dirty="0">
                <a:solidFill>
                  <a:srgbClr val="334155"/>
                </a:solidFill>
                <a:latin typeface="Inter"/>
              </a:rPr>
              <a:t> </a:t>
            </a:r>
            <a:r>
              <a:rPr sz="1500" b="0" i="0" u="none" dirty="0" err="1">
                <a:solidFill>
                  <a:srgbClr val="334155"/>
                </a:solidFill>
                <a:latin typeface="Inter"/>
              </a:rPr>
              <a:t>vụ</a:t>
            </a:r>
            <a:r>
              <a:rPr sz="1500" b="0" i="0" u="none" dirty="0">
                <a:solidFill>
                  <a:srgbClr val="334155"/>
                </a:solidFill>
                <a:latin typeface="Inter"/>
              </a:rPr>
              <a:t> </a:t>
            </a:r>
            <a:r>
              <a:rPr sz="1500" b="0" i="0" u="none" dirty="0" err="1">
                <a:solidFill>
                  <a:srgbClr val="334155"/>
                </a:solidFill>
                <a:latin typeface="Inter"/>
              </a:rPr>
              <a:t>bán</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kiện</a:t>
            </a:r>
            <a:r>
              <a:rPr sz="1500" b="0" i="0" u="none" dirty="0">
                <a:solidFill>
                  <a:srgbClr val="334155"/>
                </a:solidFill>
                <a:latin typeface="Inter"/>
              </a:rPr>
              <a:t> </a:t>
            </a:r>
            <a:r>
              <a:rPr sz="1500" b="0" i="0" u="none" dirty="0" err="1">
                <a:solidFill>
                  <a:srgbClr val="334155"/>
                </a:solidFill>
                <a:latin typeface="Inter"/>
              </a:rPr>
              <a:t>điện</a:t>
            </a:r>
            <a:r>
              <a:rPr sz="1500" b="0" i="0" u="none" dirty="0">
                <a:solidFill>
                  <a:srgbClr val="334155"/>
                </a:solidFill>
                <a:latin typeface="Inter"/>
              </a:rPr>
              <a:t> </a:t>
            </a:r>
            <a:r>
              <a:rPr sz="1500" b="0" i="0" u="none" dirty="0" err="1">
                <a:solidFill>
                  <a:srgbClr val="334155"/>
                </a:solidFill>
                <a:latin typeface="Inter"/>
              </a:rPr>
              <a:t>tử</a:t>
            </a:r>
            <a:r>
              <a:rPr sz="1500" b="0" i="0" u="none" dirty="0">
                <a:solidFill>
                  <a:srgbClr val="334155"/>
                </a:solidFill>
                <a:latin typeface="Inter"/>
              </a:rPr>
              <a:t>, </a:t>
            </a:r>
            <a:r>
              <a:rPr sz="1500" b="0" i="0" u="none" dirty="0" err="1">
                <a:solidFill>
                  <a:srgbClr val="334155"/>
                </a:solidFill>
                <a:latin typeface="Inter"/>
              </a:rPr>
              <a:t>mô</a:t>
            </a:r>
            <a:r>
              <a:rPr sz="1500" b="0" i="0" u="none" dirty="0">
                <a:solidFill>
                  <a:srgbClr val="334155"/>
                </a:solidFill>
                <a:latin typeface="Inter"/>
              </a:rPr>
              <a:t> </a:t>
            </a:r>
            <a:r>
              <a:rPr sz="1500" b="0" i="0" u="none" dirty="0" err="1">
                <a:solidFill>
                  <a:srgbClr val="334155"/>
                </a:solidFill>
                <a:latin typeface="Inter"/>
              </a:rPr>
              <a:t>hình</a:t>
            </a:r>
            <a:r>
              <a:rPr sz="1500" b="0" i="0" u="none" dirty="0">
                <a:solidFill>
                  <a:srgbClr val="334155"/>
                </a:solidFill>
                <a:latin typeface="Inter"/>
              </a:rPr>
              <a:t> </a:t>
            </a:r>
            <a:r>
              <a:rPr sz="1500" b="0" i="0" u="none" dirty="0" err="1">
                <a:solidFill>
                  <a:srgbClr val="334155"/>
                </a:solidFill>
                <a:latin typeface="Inter"/>
              </a:rPr>
              <a:t>quản</a:t>
            </a:r>
            <a:r>
              <a:rPr sz="1500" b="0" i="0" u="none" dirty="0">
                <a:solidFill>
                  <a:srgbClr val="334155"/>
                </a:solidFill>
                <a:latin typeface="Inter"/>
              </a:rPr>
              <a:t> </a:t>
            </a:r>
            <a:r>
              <a:rPr sz="1500" b="0" i="0" u="none" dirty="0" err="1">
                <a:solidFill>
                  <a:srgbClr val="334155"/>
                </a:solidFill>
                <a:latin typeface="Inter"/>
              </a:rPr>
              <a:t>lý</a:t>
            </a:r>
            <a:r>
              <a:rPr sz="1500" b="0" i="0" u="none" dirty="0">
                <a:solidFill>
                  <a:srgbClr val="334155"/>
                </a:solidFill>
                <a:latin typeface="Inter"/>
              </a:rPr>
              <a:t> </a:t>
            </a:r>
            <a:r>
              <a:rPr sz="1500" b="0" i="0" u="none" dirty="0" err="1">
                <a:solidFill>
                  <a:srgbClr val="334155"/>
                </a:solidFill>
                <a:latin typeface="Inter"/>
              </a:rPr>
              <a:t>kho</a:t>
            </a:r>
            <a:r>
              <a:rPr sz="1500" b="0" i="0" u="none" dirty="0">
                <a:solidFill>
                  <a:srgbClr val="334155"/>
                </a:solidFill>
                <a:latin typeface="Inter"/>
              </a:rPr>
              <a:t>, </a:t>
            </a:r>
            <a:r>
              <a:rPr sz="1500" b="0" i="0" u="none" dirty="0" err="1">
                <a:solidFill>
                  <a:srgbClr val="334155"/>
                </a:solidFill>
                <a:latin typeface="Inter"/>
              </a:rPr>
              <a:t>giỏ</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trực</a:t>
            </a:r>
            <a:r>
              <a:rPr sz="1500" b="0" i="0" u="none" dirty="0">
                <a:solidFill>
                  <a:srgbClr val="334155"/>
                </a:solidFill>
                <a:latin typeface="Inter"/>
              </a:rPr>
              <a:t> </a:t>
            </a:r>
            <a:r>
              <a:rPr sz="1500" b="0" i="0" u="none" dirty="0" err="1">
                <a:solidFill>
                  <a:srgbClr val="334155"/>
                </a:solidFill>
                <a:latin typeface="Inter"/>
              </a:rPr>
              <a:t>tuyến</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phương</a:t>
            </a:r>
            <a:r>
              <a:rPr sz="1500" b="0" i="0" u="none" dirty="0">
                <a:solidFill>
                  <a:srgbClr val="334155"/>
                </a:solidFill>
                <a:latin typeface="Inter"/>
              </a:rPr>
              <a:t> </a:t>
            </a:r>
            <a:r>
              <a:rPr sz="1500" b="0" i="0" u="none" dirty="0" err="1">
                <a:solidFill>
                  <a:srgbClr val="334155"/>
                </a:solidFill>
                <a:latin typeface="Inter"/>
              </a:rPr>
              <a:t>thức</a:t>
            </a:r>
            <a:r>
              <a:rPr sz="1500" b="0" i="0" u="none" dirty="0">
                <a:solidFill>
                  <a:srgbClr val="334155"/>
                </a:solidFill>
                <a:latin typeface="Inter"/>
              </a:rPr>
              <a:t> </a:t>
            </a:r>
            <a:r>
              <a:rPr sz="1500" b="0" i="0" u="none" dirty="0" err="1">
                <a:solidFill>
                  <a:srgbClr val="334155"/>
                </a:solidFill>
                <a:latin typeface="Inter"/>
              </a:rPr>
              <a:t>thanh</a:t>
            </a:r>
            <a:r>
              <a:rPr sz="1500" b="0" i="0" u="none" dirty="0">
                <a:solidFill>
                  <a:srgbClr val="334155"/>
                </a:solidFill>
                <a:latin typeface="Inter"/>
              </a:rPr>
              <a:t> </a:t>
            </a:r>
            <a:r>
              <a:rPr sz="1500" b="0" i="0" u="none" dirty="0" err="1">
                <a:solidFill>
                  <a:srgbClr val="334155"/>
                </a:solidFill>
                <a:latin typeface="Inter"/>
              </a:rPr>
              <a:t>toán</a:t>
            </a:r>
            <a:r>
              <a:rPr sz="1500" b="0" i="0" u="none" dirty="0">
                <a:solidFill>
                  <a:srgbClr val="334155"/>
                </a:solidFill>
                <a:latin typeface="Inter"/>
              </a:rPr>
              <a:t> an </a:t>
            </a:r>
            <a:r>
              <a:rPr sz="1500" b="0" i="0" u="none" dirty="0" err="1">
                <a:solidFill>
                  <a:srgbClr val="334155"/>
                </a:solidFill>
                <a:latin typeface="Inter"/>
              </a:rPr>
              <a:t>toàn</a:t>
            </a:r>
            <a:r>
              <a:rPr sz="1500" b="0" i="0" u="none" dirty="0">
                <a:solidFill>
                  <a:srgbClr val="334155"/>
                </a:solidFill>
                <a:latin typeface="Inter"/>
              </a:rPr>
              <a:t>.</a:t>
            </a:r>
          </a:p>
        </p:txBody>
      </p:sp>
      <p:pic>
        <p:nvPicPr>
          <p:cNvPr id="9" name="Picture 8" descr="image.png"/>
          <p:cNvPicPr>
            <a:picLocks noChangeAspect="1"/>
          </p:cNvPicPr>
          <p:nvPr/>
        </p:nvPicPr>
        <p:blipFill>
          <a:blip r:embed="rId7"/>
          <a:stretch>
            <a:fillRect/>
          </a:stretch>
        </p:blipFill>
        <p:spPr>
          <a:xfrm>
            <a:off x="4606974" y="2646164"/>
            <a:ext cx="609600" cy="609600"/>
          </a:xfrm>
          <a:prstGeom prst="rect">
            <a:avLst/>
          </a:prstGeom>
        </p:spPr>
      </p:pic>
      <p:sp>
        <p:nvSpPr>
          <p:cNvPr id="10" name="TextBox 9"/>
          <p:cNvSpPr txBox="1"/>
          <p:nvPr/>
        </p:nvSpPr>
        <p:spPr>
          <a:xfrm>
            <a:off x="4606974" y="3427214"/>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Phạm Vi Dự Án</a:t>
            </a:r>
          </a:p>
        </p:txBody>
      </p:sp>
      <p:sp>
        <p:nvSpPr>
          <p:cNvPr id="11" name="TextBox 10"/>
          <p:cNvSpPr txBox="1"/>
          <p:nvPr/>
        </p:nvSpPr>
        <p:spPr>
          <a:xfrm>
            <a:off x="4606974" y="3827264"/>
            <a:ext cx="2978199" cy="1262077"/>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Triển</a:t>
            </a:r>
            <a:r>
              <a:rPr sz="1500" b="0" i="0" u="none" dirty="0">
                <a:solidFill>
                  <a:srgbClr val="334155"/>
                </a:solidFill>
                <a:latin typeface="Inter"/>
              </a:rPr>
              <a:t> </a:t>
            </a:r>
            <a:r>
              <a:rPr sz="1500" b="0" i="0" u="none" dirty="0" err="1">
                <a:solidFill>
                  <a:srgbClr val="334155"/>
                </a:solidFill>
                <a:latin typeface="Inter"/>
              </a:rPr>
              <a:t>khai</a:t>
            </a:r>
            <a:r>
              <a:rPr sz="1500" b="0" i="0" u="none" dirty="0">
                <a:solidFill>
                  <a:srgbClr val="334155"/>
                </a:solidFill>
                <a:latin typeface="Inter"/>
              </a:rPr>
              <a:t> </a:t>
            </a:r>
            <a:r>
              <a:rPr sz="1500" b="0" i="0" u="none" dirty="0" err="1">
                <a:solidFill>
                  <a:srgbClr val="334155"/>
                </a:solidFill>
                <a:latin typeface="Inter"/>
              </a:rPr>
              <a:t>ứng</a:t>
            </a:r>
            <a:r>
              <a:rPr sz="1500" b="0" i="0" u="none" dirty="0">
                <a:solidFill>
                  <a:srgbClr val="334155"/>
                </a:solidFill>
                <a:latin typeface="Inter"/>
              </a:rPr>
              <a:t> </a:t>
            </a:r>
            <a:r>
              <a:rPr sz="1500" b="0" i="0" u="none" dirty="0" err="1">
                <a:solidFill>
                  <a:srgbClr val="334155"/>
                </a:solidFill>
                <a:latin typeface="Inter"/>
              </a:rPr>
              <a:t>dụng</a:t>
            </a:r>
            <a:r>
              <a:rPr sz="1500" b="0" i="0" u="none" dirty="0">
                <a:solidFill>
                  <a:srgbClr val="334155"/>
                </a:solidFill>
                <a:latin typeface="Inter"/>
              </a:rPr>
              <a:t> Web Form/MVC </a:t>
            </a:r>
            <a:r>
              <a:rPr sz="1500" b="0" i="0" u="none" dirty="0" err="1">
                <a:solidFill>
                  <a:srgbClr val="334155"/>
                </a:solidFill>
                <a:latin typeface="Inter"/>
              </a:rPr>
              <a:t>trên</a:t>
            </a:r>
            <a:r>
              <a:rPr sz="1500" b="0" i="0" u="none" dirty="0">
                <a:solidFill>
                  <a:srgbClr val="334155"/>
                </a:solidFill>
                <a:latin typeface="Inter"/>
              </a:rPr>
              <a:t> </a:t>
            </a:r>
            <a:r>
              <a:rPr sz="1500" b="0" i="0" u="none" dirty="0" err="1">
                <a:solidFill>
                  <a:srgbClr val="334155"/>
                </a:solidFill>
                <a:latin typeface="Inter"/>
              </a:rPr>
              <a:t>nền</a:t>
            </a:r>
            <a:r>
              <a:rPr sz="1500" b="0" i="0" u="none" dirty="0">
                <a:solidFill>
                  <a:srgbClr val="334155"/>
                </a:solidFill>
                <a:latin typeface="Inter"/>
              </a:rPr>
              <a:t> </a:t>
            </a:r>
            <a:r>
              <a:rPr sz="1500" b="0" i="0" u="none" dirty="0" err="1">
                <a:solidFill>
                  <a:srgbClr val="334155"/>
                </a:solidFill>
                <a:latin typeface="Inter"/>
              </a:rPr>
              <a:t>tảng</a:t>
            </a:r>
            <a:r>
              <a:rPr sz="1500" b="0" i="0" u="none" dirty="0">
                <a:solidFill>
                  <a:srgbClr val="334155"/>
                </a:solidFill>
                <a:latin typeface="Inter"/>
              </a:rPr>
              <a:t> .NET, </a:t>
            </a:r>
            <a:r>
              <a:rPr sz="1500" b="0" i="0" u="none" dirty="0" err="1">
                <a:solidFill>
                  <a:srgbClr val="334155"/>
                </a:solidFill>
                <a:latin typeface="Inter"/>
              </a:rPr>
              <a:t>phục</a:t>
            </a:r>
            <a:r>
              <a:rPr sz="1500" b="0" i="0" u="none" dirty="0">
                <a:solidFill>
                  <a:srgbClr val="334155"/>
                </a:solidFill>
                <a:latin typeface="Inter"/>
              </a:rPr>
              <a:t> </a:t>
            </a:r>
            <a:r>
              <a:rPr sz="1500" b="0" i="0" u="none" dirty="0" err="1">
                <a:solidFill>
                  <a:srgbClr val="334155"/>
                </a:solidFill>
                <a:latin typeface="Inter"/>
              </a:rPr>
              <a:t>vụ</a:t>
            </a:r>
            <a:r>
              <a:rPr sz="1500" b="0" i="0" u="none" dirty="0">
                <a:solidFill>
                  <a:srgbClr val="334155"/>
                </a:solidFill>
                <a:latin typeface="Inter"/>
              </a:rPr>
              <a:t> </a:t>
            </a:r>
            <a:r>
              <a:rPr sz="1500" b="0" i="0" u="none" dirty="0" err="1">
                <a:solidFill>
                  <a:srgbClr val="334155"/>
                </a:solidFill>
                <a:latin typeface="Inter"/>
              </a:rPr>
              <a:t>hai</a:t>
            </a:r>
            <a:r>
              <a:rPr sz="1500" b="0" i="0" u="none" dirty="0">
                <a:solidFill>
                  <a:srgbClr val="334155"/>
                </a:solidFill>
                <a:latin typeface="Inter"/>
              </a:rPr>
              <a:t> </a:t>
            </a:r>
            <a:r>
              <a:rPr sz="1500" b="0" i="0" u="none" dirty="0" err="1">
                <a:solidFill>
                  <a:srgbClr val="334155"/>
                </a:solidFill>
                <a:latin typeface="Inter"/>
              </a:rPr>
              <a:t>đối</a:t>
            </a:r>
            <a:r>
              <a:rPr sz="1500" b="0" i="0" u="none" dirty="0">
                <a:solidFill>
                  <a:srgbClr val="334155"/>
                </a:solidFill>
                <a:latin typeface="Inter"/>
              </a:rPr>
              <a:t> </a:t>
            </a:r>
            <a:r>
              <a:rPr sz="1500" b="0" i="0" u="none" dirty="0" err="1">
                <a:solidFill>
                  <a:srgbClr val="334155"/>
                </a:solidFill>
                <a:latin typeface="Inter"/>
              </a:rPr>
              <a:t>tượng</a:t>
            </a:r>
            <a:r>
              <a:rPr sz="1500" b="0" i="0" u="none" dirty="0">
                <a:solidFill>
                  <a:srgbClr val="334155"/>
                </a:solidFill>
                <a:latin typeface="Inter"/>
              </a:rPr>
              <a:t> </a:t>
            </a:r>
            <a:r>
              <a:rPr sz="1500" b="0" i="0" u="none" dirty="0" err="1">
                <a:solidFill>
                  <a:srgbClr val="334155"/>
                </a:solidFill>
                <a:latin typeface="Inter"/>
              </a:rPr>
              <a:t>chính</a:t>
            </a:r>
            <a:r>
              <a:rPr sz="1500" b="0" i="0" u="none" dirty="0">
                <a:solidFill>
                  <a:srgbClr val="334155"/>
                </a:solidFill>
                <a:latin typeface="Inter"/>
              </a:rPr>
              <a:t>: </a:t>
            </a:r>
            <a:r>
              <a:rPr sz="1500" b="0" i="0" u="none" dirty="0" err="1">
                <a:solidFill>
                  <a:srgbClr val="334155"/>
                </a:solidFill>
                <a:latin typeface="Inter"/>
              </a:rPr>
              <a:t>Khách</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mua</a:t>
            </a:r>
            <a:r>
              <a:rPr sz="1500" b="0" i="0" u="none" dirty="0">
                <a:solidFill>
                  <a:srgbClr val="334155"/>
                </a:solidFill>
                <a:latin typeface="Inter"/>
              </a:rPr>
              <a:t> </a:t>
            </a:r>
            <a:r>
              <a:rPr sz="1500" b="0" i="0" u="none" dirty="0" err="1">
                <a:solidFill>
                  <a:srgbClr val="334155"/>
                </a:solidFill>
                <a:latin typeface="Inter"/>
              </a:rPr>
              <a:t>sắm</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Quản</a:t>
            </a:r>
            <a:r>
              <a:rPr sz="1500" b="0" i="0" u="none" dirty="0">
                <a:solidFill>
                  <a:srgbClr val="334155"/>
                </a:solidFill>
                <a:latin typeface="Inter"/>
              </a:rPr>
              <a:t> </a:t>
            </a:r>
            <a:r>
              <a:rPr sz="1500" b="0" i="0" u="none" dirty="0" err="1">
                <a:solidFill>
                  <a:srgbClr val="334155"/>
                </a:solidFill>
                <a:latin typeface="Inter"/>
              </a:rPr>
              <a:t>trị</a:t>
            </a:r>
            <a:r>
              <a:rPr sz="1500" b="0" i="0" u="none" dirty="0">
                <a:solidFill>
                  <a:srgbClr val="334155"/>
                </a:solidFill>
                <a:latin typeface="Inter"/>
              </a:rPr>
              <a:t> </a:t>
            </a:r>
            <a:r>
              <a:rPr sz="1500" b="0" i="0" u="none" dirty="0" err="1">
                <a:solidFill>
                  <a:srgbClr val="334155"/>
                </a:solidFill>
                <a:latin typeface="Inter"/>
              </a:rPr>
              <a:t>viên</a:t>
            </a:r>
            <a:r>
              <a:rPr sz="1500" b="0" i="0" u="none" dirty="0">
                <a:solidFill>
                  <a:srgbClr val="334155"/>
                </a:solidFill>
                <a:latin typeface="Inter"/>
              </a:rPr>
              <a:t> </a:t>
            </a: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thống</a:t>
            </a:r>
            <a:r>
              <a:rPr sz="1500" b="0" i="0" u="none" dirty="0">
                <a:solidFill>
                  <a:srgbClr val="334155"/>
                </a:solidFill>
                <a:latin typeface="Inter"/>
              </a:rPr>
              <a:t> (Admin).</a:t>
            </a:r>
          </a:p>
        </p:txBody>
      </p:sp>
      <p:pic>
        <p:nvPicPr>
          <p:cNvPr id="12" name="Picture 11" descr="image.png"/>
          <p:cNvPicPr>
            <a:picLocks noChangeAspect="1"/>
          </p:cNvPicPr>
          <p:nvPr/>
        </p:nvPicPr>
        <p:blipFill>
          <a:blip r:embed="rId8"/>
          <a:stretch>
            <a:fillRect/>
          </a:stretch>
        </p:blipFill>
        <p:spPr>
          <a:xfrm>
            <a:off x="8366224" y="2646164"/>
            <a:ext cx="609600" cy="609600"/>
          </a:xfrm>
          <a:prstGeom prst="rect">
            <a:avLst/>
          </a:prstGeom>
        </p:spPr>
      </p:pic>
      <p:sp>
        <p:nvSpPr>
          <p:cNvPr id="13" name="TextBox 12"/>
          <p:cNvSpPr txBox="1"/>
          <p:nvPr/>
        </p:nvSpPr>
        <p:spPr>
          <a:xfrm>
            <a:off x="8366224" y="3427214"/>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Phương Pháp Thực Hiện</a:t>
            </a:r>
          </a:p>
        </p:txBody>
      </p:sp>
      <p:sp>
        <p:nvSpPr>
          <p:cNvPr id="14" name="TextBox 13"/>
          <p:cNvSpPr txBox="1"/>
          <p:nvPr/>
        </p:nvSpPr>
        <p:spPr>
          <a:xfrm>
            <a:off x="8366224" y="3827264"/>
            <a:ext cx="2978199"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Nghiên</a:t>
            </a:r>
            <a:r>
              <a:rPr sz="1500" b="0" i="0" u="none" dirty="0">
                <a:solidFill>
                  <a:srgbClr val="334155"/>
                </a:solidFill>
                <a:latin typeface="Inter"/>
              </a:rPr>
              <a:t> </a:t>
            </a:r>
            <a:r>
              <a:rPr sz="1500" b="0" i="0" u="none" dirty="0" err="1">
                <a:solidFill>
                  <a:srgbClr val="334155"/>
                </a:solidFill>
                <a:latin typeface="Inter"/>
              </a:rPr>
              <a:t>cứu</a:t>
            </a:r>
            <a:r>
              <a:rPr sz="1500" b="0" i="0" u="none" dirty="0">
                <a:solidFill>
                  <a:srgbClr val="334155"/>
                </a:solidFill>
                <a:latin typeface="Inter"/>
              </a:rPr>
              <a:t> </a:t>
            </a:r>
            <a:r>
              <a:rPr sz="1500" b="0" i="0" u="none" dirty="0" err="1">
                <a:solidFill>
                  <a:srgbClr val="334155"/>
                </a:solidFill>
                <a:latin typeface="Inter"/>
              </a:rPr>
              <a:t>lý</a:t>
            </a:r>
            <a:r>
              <a:rPr sz="1500" b="0" i="0" u="none" dirty="0">
                <a:solidFill>
                  <a:srgbClr val="334155"/>
                </a:solidFill>
                <a:latin typeface="Inter"/>
              </a:rPr>
              <a:t> </a:t>
            </a:r>
            <a:r>
              <a:rPr sz="1500" b="0" i="0" u="none" dirty="0" err="1">
                <a:solidFill>
                  <a:srgbClr val="334155"/>
                </a:solidFill>
                <a:latin typeface="Inter"/>
              </a:rPr>
              <a:t>thuyết</a:t>
            </a:r>
            <a:r>
              <a:rPr sz="1500" b="0" i="0" u="none" dirty="0">
                <a:solidFill>
                  <a:srgbClr val="334155"/>
                </a:solidFill>
                <a:latin typeface="Inter"/>
              </a:rPr>
              <a:t> </a:t>
            </a:r>
            <a:r>
              <a:rPr sz="1500" b="0" i="0" u="none" dirty="0" err="1">
                <a:solidFill>
                  <a:srgbClr val="334155"/>
                </a:solidFill>
                <a:latin typeface="Inter"/>
              </a:rPr>
              <a:t>kết</a:t>
            </a:r>
            <a:r>
              <a:rPr sz="1500" b="0" i="0" u="none" dirty="0">
                <a:solidFill>
                  <a:srgbClr val="334155"/>
                </a:solidFill>
                <a:latin typeface="Inter"/>
              </a:rPr>
              <a:t> </a:t>
            </a:r>
            <a:r>
              <a:rPr sz="1500" b="0" i="0" u="none" dirty="0" err="1">
                <a:solidFill>
                  <a:srgbClr val="334155"/>
                </a:solidFill>
                <a:latin typeface="Inter"/>
              </a:rPr>
              <a:t>hợp</a:t>
            </a:r>
            <a:r>
              <a:rPr sz="1500" b="0" i="0" u="none" dirty="0">
                <a:solidFill>
                  <a:srgbClr val="334155"/>
                </a:solidFill>
                <a:latin typeface="Inter"/>
              </a:rPr>
              <a:t> </a:t>
            </a:r>
            <a:r>
              <a:rPr sz="1500" b="0" i="0" u="none" dirty="0" err="1">
                <a:solidFill>
                  <a:srgbClr val="334155"/>
                </a:solidFill>
                <a:latin typeface="Inter"/>
              </a:rPr>
              <a:t>khảo</a:t>
            </a:r>
            <a:r>
              <a:rPr sz="1500" b="0" i="0" u="none" dirty="0">
                <a:solidFill>
                  <a:srgbClr val="334155"/>
                </a:solidFill>
                <a:latin typeface="Inter"/>
              </a:rPr>
              <a:t> </a:t>
            </a:r>
            <a:r>
              <a:rPr sz="1500" b="0" i="0" u="none" dirty="0" err="1">
                <a:solidFill>
                  <a:srgbClr val="334155"/>
                </a:solidFill>
                <a:latin typeface="Inter"/>
              </a:rPr>
              <a:t>sát</a:t>
            </a:r>
            <a:r>
              <a:rPr sz="1500" b="0" i="0" u="none" dirty="0">
                <a:solidFill>
                  <a:srgbClr val="334155"/>
                </a:solidFill>
                <a:latin typeface="Inter"/>
              </a:rPr>
              <a:t> </a:t>
            </a:r>
            <a:r>
              <a:rPr sz="1500" b="0" i="0" u="none" dirty="0" err="1">
                <a:solidFill>
                  <a:srgbClr val="334155"/>
                </a:solidFill>
                <a:latin typeface="Inter"/>
              </a:rPr>
              <a:t>thực</a:t>
            </a:r>
            <a:r>
              <a:rPr sz="1500" b="0" i="0" u="none" dirty="0">
                <a:solidFill>
                  <a:srgbClr val="334155"/>
                </a:solidFill>
                <a:latin typeface="Inter"/>
              </a:rPr>
              <a:t> </a:t>
            </a:r>
            <a:r>
              <a:rPr sz="1500" b="0" i="0" u="none" dirty="0" err="1">
                <a:solidFill>
                  <a:srgbClr val="334155"/>
                </a:solidFill>
                <a:latin typeface="Inter"/>
              </a:rPr>
              <a:t>tế</a:t>
            </a:r>
            <a:r>
              <a:rPr sz="1500" b="0" i="0" u="none" dirty="0">
                <a:solidFill>
                  <a:srgbClr val="334155"/>
                </a:solidFill>
                <a:latin typeface="Inter"/>
              </a:rPr>
              <a:t>; </a:t>
            </a:r>
            <a:r>
              <a:rPr sz="1500" b="0" i="0" u="none" dirty="0" err="1">
                <a:solidFill>
                  <a:srgbClr val="334155"/>
                </a:solidFill>
                <a:latin typeface="Inter"/>
              </a:rPr>
              <a:t>Phân</a:t>
            </a:r>
            <a:r>
              <a:rPr sz="1500" b="0" i="0" u="none" dirty="0">
                <a:solidFill>
                  <a:srgbClr val="334155"/>
                </a:solidFill>
                <a:latin typeface="Inter"/>
              </a:rPr>
              <a:t> </a:t>
            </a:r>
            <a:r>
              <a:rPr sz="1500" b="0" i="0" u="none" dirty="0" err="1">
                <a:solidFill>
                  <a:srgbClr val="334155"/>
                </a:solidFill>
                <a:latin typeface="Inter"/>
              </a:rPr>
              <a:t>tích</a:t>
            </a:r>
            <a:r>
              <a:rPr sz="1500" b="0" i="0" u="none" dirty="0">
                <a:solidFill>
                  <a:srgbClr val="334155"/>
                </a:solidFill>
                <a:latin typeface="Inter"/>
              </a:rPr>
              <a:t> </a:t>
            </a:r>
            <a:r>
              <a:rPr sz="1500" b="0" i="0" u="none" dirty="0" err="1">
                <a:solidFill>
                  <a:srgbClr val="334155"/>
                </a:solidFill>
                <a:latin typeface="Inter"/>
              </a:rPr>
              <a:t>thiết</a:t>
            </a:r>
            <a:r>
              <a:rPr sz="1500" b="0" i="0" u="none" dirty="0">
                <a:solidFill>
                  <a:srgbClr val="334155"/>
                </a:solidFill>
                <a:latin typeface="Inter"/>
              </a:rPr>
              <a:t> </a:t>
            </a:r>
            <a:r>
              <a:rPr sz="1500" b="0" i="0" u="none" dirty="0" err="1">
                <a:solidFill>
                  <a:srgbClr val="334155"/>
                </a:solidFill>
                <a:latin typeface="Inter"/>
              </a:rPr>
              <a:t>kế</a:t>
            </a:r>
            <a:r>
              <a:rPr sz="1500" b="0" i="0" u="none" dirty="0">
                <a:solidFill>
                  <a:srgbClr val="334155"/>
                </a:solidFill>
                <a:latin typeface="Inter"/>
              </a:rPr>
              <a:t> </a:t>
            </a: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thống</a:t>
            </a:r>
            <a:r>
              <a:rPr sz="1500" b="0" i="0" u="none" dirty="0">
                <a:solidFill>
                  <a:srgbClr val="334155"/>
                </a:solidFill>
                <a:latin typeface="Inter"/>
              </a:rPr>
              <a:t> </a:t>
            </a:r>
            <a:r>
              <a:rPr sz="1500" b="0" i="0" u="none" dirty="0" err="1">
                <a:solidFill>
                  <a:srgbClr val="334155"/>
                </a:solidFill>
                <a:latin typeface="Inter"/>
              </a:rPr>
              <a:t>chuẩn</a:t>
            </a:r>
            <a:r>
              <a:rPr sz="1500" b="0" i="0" u="none" dirty="0">
                <a:solidFill>
                  <a:srgbClr val="334155"/>
                </a:solidFill>
                <a:latin typeface="Inter"/>
              </a:rPr>
              <a:t> BFD, ERD, DFD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hiện</a:t>
            </a:r>
            <a:r>
              <a:rPr sz="1500" b="0" i="0" u="none" dirty="0">
                <a:solidFill>
                  <a:srgbClr val="334155"/>
                </a:solidFill>
                <a:latin typeface="Inter"/>
              </a:rPr>
              <a:t> </a:t>
            </a:r>
            <a:r>
              <a:rPr sz="1500" b="0" i="0" u="none" dirty="0" err="1">
                <a:solidFill>
                  <a:srgbClr val="334155"/>
                </a:solidFill>
                <a:latin typeface="Inter"/>
              </a:rPr>
              <a:t>thực</a:t>
            </a:r>
            <a:r>
              <a:rPr sz="1500" b="0" i="0" u="none" dirty="0">
                <a:solidFill>
                  <a:srgbClr val="334155"/>
                </a:solidFill>
                <a:latin typeface="Inter"/>
              </a:rPr>
              <a:t> </a:t>
            </a:r>
            <a:r>
              <a:rPr sz="1500" b="0" i="0" u="none" dirty="0" err="1">
                <a:solidFill>
                  <a:srgbClr val="334155"/>
                </a:solidFill>
                <a:latin typeface="Inter"/>
              </a:rPr>
              <a:t>hóa</a:t>
            </a:r>
            <a:r>
              <a:rPr sz="1500" b="0" i="0" u="none" dirty="0">
                <a:solidFill>
                  <a:srgbClr val="334155"/>
                </a:solidFill>
                <a:latin typeface="Inter"/>
              </a:rPr>
              <a:t> </a:t>
            </a:r>
            <a:r>
              <a:rPr sz="1500" b="0" i="0" u="none" dirty="0" err="1">
                <a:solidFill>
                  <a:srgbClr val="334155"/>
                </a:solidFill>
                <a:latin typeface="Inter"/>
              </a:rPr>
              <a:t>mã</a:t>
            </a:r>
            <a:r>
              <a:rPr sz="1500" b="0" i="0" u="none" dirty="0">
                <a:solidFill>
                  <a:srgbClr val="334155"/>
                </a:solidFill>
                <a:latin typeface="Inter"/>
              </a:rPr>
              <a:t> </a:t>
            </a:r>
            <a:r>
              <a:rPr sz="1500" b="0" i="0" u="none" dirty="0" err="1">
                <a:solidFill>
                  <a:srgbClr val="334155"/>
                </a:solidFill>
                <a:latin typeface="Inter"/>
              </a:rPr>
              <a:t>nguồn</a:t>
            </a:r>
            <a:r>
              <a:rPr sz="1500" b="0" i="0" u="none" dirty="0">
                <a:solidFill>
                  <a:srgbClr val="334155"/>
                </a:solidFill>
                <a:latin typeface="Inter"/>
              </a:rPr>
              <a:t>.</a:t>
            </a:r>
          </a:p>
        </p:txBody>
      </p:sp>
      <p:pic>
        <p:nvPicPr>
          <p:cNvPr id="15" name="Picture 14" descr="image.png"/>
          <p:cNvPicPr>
            <a:picLocks noChangeAspect="1"/>
          </p:cNvPicPr>
          <p:nvPr/>
        </p:nvPicPr>
        <p:blipFill>
          <a:blip r:embed="rId9"/>
          <a:stretch>
            <a:fillRect/>
          </a:stretch>
        </p:blipFill>
        <p:spPr>
          <a:xfrm>
            <a:off x="938212" y="2779514"/>
            <a:ext cx="428625" cy="342900"/>
          </a:xfrm>
          <a:prstGeom prst="rect">
            <a:avLst/>
          </a:prstGeom>
        </p:spPr>
      </p:pic>
      <p:pic>
        <p:nvPicPr>
          <p:cNvPr id="16" name="Picture 15" descr="image.png"/>
          <p:cNvPicPr>
            <a:picLocks noChangeAspect="1"/>
          </p:cNvPicPr>
          <p:nvPr/>
        </p:nvPicPr>
        <p:blipFill>
          <a:blip r:embed="rId10"/>
          <a:stretch>
            <a:fillRect/>
          </a:stretch>
        </p:blipFill>
        <p:spPr>
          <a:xfrm>
            <a:off x="4740324" y="2779514"/>
            <a:ext cx="342900" cy="342900"/>
          </a:xfrm>
          <a:prstGeom prst="rect">
            <a:avLst/>
          </a:prstGeom>
        </p:spPr>
      </p:pic>
      <p:pic>
        <p:nvPicPr>
          <p:cNvPr id="17" name="Picture 16" descr="image.png"/>
          <p:cNvPicPr>
            <a:picLocks noChangeAspect="1"/>
          </p:cNvPicPr>
          <p:nvPr/>
        </p:nvPicPr>
        <p:blipFill>
          <a:blip r:embed="rId11"/>
          <a:stretch>
            <a:fillRect/>
          </a:stretch>
        </p:blipFill>
        <p:spPr>
          <a:xfrm>
            <a:off x="8456711" y="2779514"/>
            <a:ext cx="428625" cy="342900"/>
          </a:xfrm>
          <a:prstGeom prst="rect">
            <a:avLst/>
          </a:prstGeom>
        </p:spPr>
      </p:pic>
      <p:sp>
        <p:nvSpPr>
          <p:cNvPr id="18" name="TextBox 17"/>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Phạm Vi &amp; Phương Pháp Nghiên Cứu</a:t>
            </a:r>
          </a:p>
        </p:txBody>
      </p:sp>
      <p:sp>
        <p:nvSpPr>
          <p:cNvPr id="19" name="Rectangle 18"/>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74714"/>
            <a:ext cx="5334000" cy="2641996"/>
          </a:xfrm>
          <a:prstGeom prst="rect">
            <a:avLst/>
          </a:prstGeom>
        </p:spPr>
      </p:pic>
      <p:pic>
        <p:nvPicPr>
          <p:cNvPr id="4" name="Picture 3" descr="image.png"/>
          <p:cNvPicPr>
            <a:picLocks noChangeAspect="1"/>
          </p:cNvPicPr>
          <p:nvPr/>
        </p:nvPicPr>
        <p:blipFill>
          <a:blip r:embed="rId4"/>
          <a:stretch>
            <a:fillRect/>
          </a:stretch>
        </p:blipFill>
        <p:spPr>
          <a:xfrm>
            <a:off x="6286500" y="2474714"/>
            <a:ext cx="5334000" cy="2641996"/>
          </a:xfrm>
          <a:prstGeom prst="rect">
            <a:avLst/>
          </a:prstGeom>
        </p:spPr>
      </p:pic>
      <p:pic>
        <p:nvPicPr>
          <p:cNvPr id="5" name="Picture 4" descr="image.png"/>
          <p:cNvPicPr>
            <a:picLocks noChangeAspect="1"/>
          </p:cNvPicPr>
          <p:nvPr/>
        </p:nvPicPr>
        <p:blipFill>
          <a:blip r:embed="rId5"/>
          <a:stretch>
            <a:fillRect/>
          </a:stretch>
        </p:blipFill>
        <p:spPr>
          <a:xfrm>
            <a:off x="885825" y="2789039"/>
            <a:ext cx="333375" cy="381000"/>
          </a:xfrm>
          <a:prstGeom prst="rect">
            <a:avLst/>
          </a:prstGeom>
        </p:spPr>
      </p:pic>
      <p:sp>
        <p:nvSpPr>
          <p:cNvPr id="6" name="TextBox 5"/>
          <p:cNvSpPr txBox="1"/>
          <p:nvPr/>
        </p:nvSpPr>
        <p:spPr>
          <a:xfrm>
            <a:off x="885825" y="3284339"/>
            <a:ext cx="4940617" cy="285750"/>
          </a:xfrm>
          <a:prstGeom prst="rect">
            <a:avLst/>
          </a:prstGeom>
          <a:noFill/>
        </p:spPr>
        <p:txBody>
          <a:bodyPr wrap="square" lIns="0" tIns="0" rIns="0" bIns="0" anchor="t">
            <a:spAutoFit/>
          </a:bodyPr>
          <a:lstStyle/>
          <a:p>
            <a:pPr algn="l"/>
            <a:r>
              <a:rPr sz="1800" b="0" i="0" u="none">
                <a:solidFill>
                  <a:srgbClr val="4F46E5"/>
                </a:solidFill>
                <a:latin typeface="Plus Jakarta Sans SemiBold"/>
              </a:rPr>
              <a:t>Microsoft Visual Studio &amp; ASP.NET</a:t>
            </a:r>
          </a:p>
        </p:txBody>
      </p:sp>
      <p:sp>
        <p:nvSpPr>
          <p:cNvPr id="7" name="TextBox 6"/>
          <p:cNvSpPr txBox="1"/>
          <p:nvPr/>
        </p:nvSpPr>
        <p:spPr>
          <a:xfrm>
            <a:off x="885825" y="3684389"/>
            <a:ext cx="4705350"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Môi</a:t>
            </a:r>
            <a:r>
              <a:rPr sz="1500" b="0" i="0" u="none" dirty="0">
                <a:solidFill>
                  <a:srgbClr val="334155"/>
                </a:solidFill>
                <a:latin typeface="Inter"/>
              </a:rPr>
              <a:t> </a:t>
            </a:r>
            <a:r>
              <a:rPr sz="1500" b="0" i="0" u="none" dirty="0" err="1">
                <a:solidFill>
                  <a:srgbClr val="334155"/>
                </a:solidFill>
                <a:latin typeface="Inter"/>
              </a:rPr>
              <a:t>trường</a:t>
            </a:r>
            <a:r>
              <a:rPr sz="1500" b="0" i="0" u="none" dirty="0">
                <a:solidFill>
                  <a:srgbClr val="334155"/>
                </a:solidFill>
                <a:latin typeface="Inter"/>
              </a:rPr>
              <a:t> </a:t>
            </a:r>
            <a:r>
              <a:rPr sz="1500" b="0" i="0" u="none" dirty="0" err="1">
                <a:solidFill>
                  <a:srgbClr val="334155"/>
                </a:solidFill>
                <a:latin typeface="Inter"/>
              </a:rPr>
              <a:t>phát</a:t>
            </a:r>
            <a:r>
              <a:rPr sz="1500" b="0" i="0" u="none" dirty="0">
                <a:solidFill>
                  <a:srgbClr val="334155"/>
                </a:solidFill>
                <a:latin typeface="Inter"/>
              </a:rPr>
              <a:t> </a:t>
            </a:r>
            <a:r>
              <a:rPr sz="1500" b="0" i="0" u="none" dirty="0" err="1">
                <a:solidFill>
                  <a:srgbClr val="334155"/>
                </a:solidFill>
                <a:latin typeface="Inter"/>
              </a:rPr>
              <a:t>triển</a:t>
            </a:r>
            <a:r>
              <a:rPr sz="1500" b="0" i="0" u="none" dirty="0">
                <a:solidFill>
                  <a:srgbClr val="334155"/>
                </a:solidFill>
                <a:latin typeface="Inter"/>
              </a:rPr>
              <a:t> </a:t>
            </a:r>
            <a:r>
              <a:rPr sz="1500" b="0" i="0" u="none" dirty="0" err="1">
                <a:solidFill>
                  <a:srgbClr val="334155"/>
                </a:solidFill>
                <a:latin typeface="Inter"/>
              </a:rPr>
              <a:t>tích</a:t>
            </a:r>
            <a:r>
              <a:rPr sz="1500" b="0" i="0" u="none" dirty="0">
                <a:solidFill>
                  <a:srgbClr val="334155"/>
                </a:solidFill>
                <a:latin typeface="Inter"/>
              </a:rPr>
              <a:t> </a:t>
            </a:r>
            <a:r>
              <a:rPr sz="1500" b="0" i="0" u="none" dirty="0" err="1">
                <a:solidFill>
                  <a:srgbClr val="334155"/>
                </a:solidFill>
                <a:latin typeface="Inter"/>
              </a:rPr>
              <a:t>hợp</a:t>
            </a:r>
            <a:r>
              <a:rPr sz="1500" b="0" i="0" u="none" dirty="0">
                <a:solidFill>
                  <a:srgbClr val="334155"/>
                </a:solidFill>
                <a:latin typeface="Inter"/>
              </a:rPr>
              <a:t> (IDE) </a:t>
            </a:r>
            <a:r>
              <a:rPr sz="1500" b="0" i="0" u="none" dirty="0" err="1">
                <a:solidFill>
                  <a:srgbClr val="334155"/>
                </a:solidFill>
                <a:latin typeface="Inter"/>
              </a:rPr>
              <a:t>mạnh</a:t>
            </a:r>
            <a:r>
              <a:rPr sz="1500" b="0" i="0" u="none" dirty="0">
                <a:solidFill>
                  <a:srgbClr val="334155"/>
                </a:solidFill>
                <a:latin typeface="Inter"/>
              </a:rPr>
              <a:t> </a:t>
            </a:r>
            <a:r>
              <a:rPr sz="1500" b="0" i="0" u="none" dirty="0" err="1">
                <a:solidFill>
                  <a:srgbClr val="334155"/>
                </a:solidFill>
                <a:latin typeface="Inter"/>
              </a:rPr>
              <a:t>mẽ</a:t>
            </a:r>
            <a:r>
              <a:rPr sz="1500" b="0" i="0" u="none" dirty="0">
                <a:solidFill>
                  <a:srgbClr val="334155"/>
                </a:solidFill>
                <a:latin typeface="Inter"/>
              </a:rPr>
              <a:t>, </a:t>
            </a:r>
            <a:r>
              <a:rPr sz="1500" b="0" i="0" u="none" dirty="0" err="1">
                <a:solidFill>
                  <a:srgbClr val="334155"/>
                </a:solidFill>
                <a:latin typeface="Inter"/>
              </a:rPr>
              <a:t>hỗ</a:t>
            </a:r>
            <a:r>
              <a:rPr sz="1500" b="0" i="0" u="none" dirty="0">
                <a:solidFill>
                  <a:srgbClr val="334155"/>
                </a:solidFill>
                <a:latin typeface="Inter"/>
              </a:rPr>
              <a:t> </a:t>
            </a:r>
            <a:r>
              <a:rPr sz="1500" b="0" i="0" u="none" dirty="0" err="1">
                <a:solidFill>
                  <a:srgbClr val="334155"/>
                </a:solidFill>
                <a:latin typeface="Inter"/>
              </a:rPr>
              <a:t>trợ</a:t>
            </a:r>
            <a:r>
              <a:rPr sz="1500" b="0" i="0" u="none" dirty="0">
                <a:solidFill>
                  <a:srgbClr val="334155"/>
                </a:solidFill>
                <a:latin typeface="Inter"/>
              </a:rPr>
              <a:t> </a:t>
            </a:r>
            <a:r>
              <a:rPr sz="1500" b="0" i="0" u="none" dirty="0" err="1">
                <a:solidFill>
                  <a:srgbClr val="334155"/>
                </a:solidFill>
                <a:latin typeface="Inter"/>
              </a:rPr>
              <a:t>ngôn</a:t>
            </a:r>
            <a:r>
              <a:rPr sz="1500" b="0" i="0" u="none" dirty="0">
                <a:solidFill>
                  <a:srgbClr val="334155"/>
                </a:solidFill>
                <a:latin typeface="Inter"/>
              </a:rPr>
              <a:t> </a:t>
            </a:r>
            <a:r>
              <a:rPr sz="1500" b="0" i="0" u="none" dirty="0" err="1">
                <a:solidFill>
                  <a:srgbClr val="334155"/>
                </a:solidFill>
                <a:latin typeface="Inter"/>
              </a:rPr>
              <a:t>ngữ</a:t>
            </a:r>
            <a:r>
              <a:rPr sz="1500" b="0" i="0" u="none" dirty="0">
                <a:solidFill>
                  <a:srgbClr val="334155"/>
                </a:solidFill>
                <a:latin typeface="Inter"/>
              </a:rPr>
              <a:t> C# </a:t>
            </a:r>
            <a:r>
              <a:rPr sz="1500" b="0" i="0" u="none" dirty="0" err="1">
                <a:solidFill>
                  <a:srgbClr val="334155"/>
                </a:solidFill>
                <a:latin typeface="Inter"/>
              </a:rPr>
              <a:t>và</a:t>
            </a:r>
            <a:r>
              <a:rPr sz="1500" b="0" i="0" u="none" dirty="0">
                <a:solidFill>
                  <a:srgbClr val="334155"/>
                </a:solidFill>
                <a:latin typeface="Inter"/>
              </a:rPr>
              <a:t> framework ASP.NET. </a:t>
            </a:r>
            <a:r>
              <a:rPr sz="1500" b="0" i="0" u="none" dirty="0" err="1">
                <a:solidFill>
                  <a:srgbClr val="334155"/>
                </a:solidFill>
                <a:latin typeface="Inter"/>
              </a:rPr>
              <a:t>Đảm</a:t>
            </a:r>
            <a:r>
              <a:rPr sz="1500" b="0" i="0" u="none" dirty="0">
                <a:solidFill>
                  <a:srgbClr val="334155"/>
                </a:solidFill>
                <a:latin typeface="Inter"/>
              </a:rPr>
              <a:t> </a:t>
            </a:r>
            <a:r>
              <a:rPr sz="1500" b="0" i="0" u="none" dirty="0" err="1">
                <a:solidFill>
                  <a:srgbClr val="334155"/>
                </a:solidFill>
                <a:latin typeface="Inter"/>
              </a:rPr>
              <a:t>bảo</a:t>
            </a:r>
            <a:r>
              <a:rPr sz="1500" b="0" i="0" u="none" dirty="0">
                <a:solidFill>
                  <a:srgbClr val="334155"/>
                </a:solidFill>
                <a:latin typeface="Inter"/>
              </a:rPr>
              <a:t> </a:t>
            </a:r>
            <a:r>
              <a:rPr sz="1500" b="0" i="0" u="none" dirty="0" err="1">
                <a:solidFill>
                  <a:srgbClr val="334155"/>
                </a:solidFill>
                <a:latin typeface="Inter"/>
              </a:rPr>
              <a:t>cấu</a:t>
            </a:r>
            <a:r>
              <a:rPr sz="1500" b="0" i="0" u="none" dirty="0">
                <a:solidFill>
                  <a:srgbClr val="334155"/>
                </a:solidFill>
                <a:latin typeface="Inter"/>
              </a:rPr>
              <a:t> </a:t>
            </a:r>
            <a:r>
              <a:rPr sz="1500" b="0" i="0" u="none" dirty="0" err="1">
                <a:solidFill>
                  <a:srgbClr val="334155"/>
                </a:solidFill>
                <a:latin typeface="Inter"/>
              </a:rPr>
              <a:t>trúc</a:t>
            </a:r>
            <a:r>
              <a:rPr sz="1500" b="0" i="0" u="none" dirty="0">
                <a:solidFill>
                  <a:srgbClr val="334155"/>
                </a:solidFill>
                <a:latin typeface="Inter"/>
              </a:rPr>
              <a:t> code </a:t>
            </a:r>
            <a:r>
              <a:rPr sz="1500" b="0" i="0" u="none" dirty="0" err="1">
                <a:solidFill>
                  <a:srgbClr val="334155"/>
                </a:solidFill>
                <a:latin typeface="Inter"/>
              </a:rPr>
              <a:t>rõ</a:t>
            </a:r>
            <a:r>
              <a:rPr sz="1500" b="0" i="0" u="none" dirty="0">
                <a:solidFill>
                  <a:srgbClr val="334155"/>
                </a:solidFill>
                <a:latin typeface="Inter"/>
              </a:rPr>
              <a:t> </a:t>
            </a:r>
            <a:r>
              <a:rPr sz="1500" b="0" i="0" u="none" dirty="0" err="1">
                <a:solidFill>
                  <a:srgbClr val="334155"/>
                </a:solidFill>
                <a:latin typeface="Inter"/>
              </a:rPr>
              <a:t>ràng</a:t>
            </a:r>
            <a:r>
              <a:rPr sz="1500" b="0" i="0" u="none" dirty="0">
                <a:solidFill>
                  <a:srgbClr val="334155"/>
                </a:solidFill>
                <a:latin typeface="Inter"/>
              </a:rPr>
              <a:t>, </a:t>
            </a:r>
            <a:r>
              <a:rPr sz="1500" b="0" i="0" u="none" dirty="0" err="1">
                <a:solidFill>
                  <a:srgbClr val="334155"/>
                </a:solidFill>
                <a:latin typeface="Inter"/>
              </a:rPr>
              <a:t>tính</a:t>
            </a:r>
            <a:r>
              <a:rPr sz="1500" b="0" i="0" u="none" dirty="0">
                <a:solidFill>
                  <a:srgbClr val="334155"/>
                </a:solidFill>
                <a:latin typeface="Inter"/>
              </a:rPr>
              <a:t> </a:t>
            </a:r>
            <a:r>
              <a:rPr sz="1500" b="0" i="0" u="none" dirty="0" err="1">
                <a:solidFill>
                  <a:srgbClr val="334155"/>
                </a:solidFill>
                <a:latin typeface="Inter"/>
              </a:rPr>
              <a:t>bảo</a:t>
            </a:r>
            <a:r>
              <a:rPr sz="1500" b="0" i="0" u="none" dirty="0">
                <a:solidFill>
                  <a:srgbClr val="334155"/>
                </a:solidFill>
                <a:latin typeface="Inter"/>
              </a:rPr>
              <a:t> </a:t>
            </a:r>
            <a:r>
              <a:rPr sz="1500" b="0" i="0" u="none" dirty="0" err="1">
                <a:solidFill>
                  <a:srgbClr val="334155"/>
                </a:solidFill>
                <a:latin typeface="Inter"/>
              </a:rPr>
              <a:t>mật</a:t>
            </a:r>
            <a:r>
              <a:rPr sz="1500" b="0" i="0" u="none" dirty="0">
                <a:solidFill>
                  <a:srgbClr val="334155"/>
                </a:solidFill>
                <a:latin typeface="Inter"/>
              </a:rPr>
              <a:t> </a:t>
            </a:r>
            <a:r>
              <a:rPr sz="1500" b="0" i="0" u="none" dirty="0" err="1">
                <a:solidFill>
                  <a:srgbClr val="334155"/>
                </a:solidFill>
                <a:latin typeface="Inter"/>
              </a:rPr>
              <a:t>cao</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khả</a:t>
            </a:r>
            <a:r>
              <a:rPr sz="1500" b="0" i="0" u="none" dirty="0">
                <a:solidFill>
                  <a:srgbClr val="334155"/>
                </a:solidFill>
                <a:latin typeface="Inter"/>
              </a:rPr>
              <a:t> </a:t>
            </a:r>
            <a:r>
              <a:rPr sz="1500" b="0" i="0" u="none" dirty="0" err="1">
                <a:solidFill>
                  <a:srgbClr val="334155"/>
                </a:solidFill>
                <a:latin typeface="Inter"/>
              </a:rPr>
              <a:t>năng</a:t>
            </a:r>
            <a:r>
              <a:rPr sz="1500" b="0" i="0" u="none" dirty="0">
                <a:solidFill>
                  <a:srgbClr val="334155"/>
                </a:solidFill>
                <a:latin typeface="Inter"/>
              </a:rPr>
              <a:t> </a:t>
            </a:r>
            <a:r>
              <a:rPr sz="1500" b="0" i="0" u="none" dirty="0" err="1">
                <a:solidFill>
                  <a:srgbClr val="334155"/>
                </a:solidFill>
                <a:latin typeface="Inter"/>
              </a:rPr>
              <a:t>mở</a:t>
            </a:r>
            <a:r>
              <a:rPr sz="1500" b="0" i="0" u="none" dirty="0">
                <a:solidFill>
                  <a:srgbClr val="334155"/>
                </a:solidFill>
                <a:latin typeface="Inter"/>
              </a:rPr>
              <a:t> </a:t>
            </a:r>
            <a:r>
              <a:rPr sz="1500" b="0" i="0" u="none" dirty="0" err="1">
                <a:solidFill>
                  <a:srgbClr val="334155"/>
                </a:solidFill>
                <a:latin typeface="Inter"/>
              </a:rPr>
              <a:t>rộng</a:t>
            </a:r>
            <a:r>
              <a:rPr sz="1500" b="0" i="0" u="none" dirty="0">
                <a:solidFill>
                  <a:srgbClr val="334155"/>
                </a:solidFill>
                <a:latin typeface="Inter"/>
              </a:rPr>
              <a:t> </a:t>
            </a:r>
            <a:r>
              <a:rPr sz="1500" b="0" i="0" u="none" dirty="0" err="1">
                <a:solidFill>
                  <a:srgbClr val="334155"/>
                </a:solidFill>
                <a:latin typeface="Inter"/>
              </a:rPr>
              <a:t>ứng</a:t>
            </a:r>
            <a:r>
              <a:rPr sz="1500" b="0" i="0" u="none" dirty="0">
                <a:solidFill>
                  <a:srgbClr val="334155"/>
                </a:solidFill>
                <a:latin typeface="Inter"/>
              </a:rPr>
              <a:t> </a:t>
            </a:r>
            <a:r>
              <a:rPr sz="1500" b="0" i="0" u="none" dirty="0" err="1">
                <a:solidFill>
                  <a:srgbClr val="334155"/>
                </a:solidFill>
                <a:latin typeface="Inter"/>
              </a:rPr>
              <a:t>dụng</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hoạt</a:t>
            </a:r>
            <a:r>
              <a:rPr sz="1500" b="0" i="0" u="none" dirty="0">
                <a:solidFill>
                  <a:srgbClr val="334155"/>
                </a:solidFill>
                <a:latin typeface="Inter"/>
              </a:rPr>
              <a:t>.</a:t>
            </a:r>
          </a:p>
        </p:txBody>
      </p:sp>
      <p:pic>
        <p:nvPicPr>
          <p:cNvPr id="8" name="Picture 7" descr="image.png"/>
          <p:cNvPicPr>
            <a:picLocks noChangeAspect="1"/>
          </p:cNvPicPr>
          <p:nvPr/>
        </p:nvPicPr>
        <p:blipFill>
          <a:blip r:embed="rId6"/>
          <a:stretch>
            <a:fillRect/>
          </a:stretch>
        </p:blipFill>
        <p:spPr>
          <a:xfrm>
            <a:off x="6600825" y="2789039"/>
            <a:ext cx="333375" cy="381000"/>
          </a:xfrm>
          <a:prstGeom prst="rect">
            <a:avLst/>
          </a:prstGeom>
        </p:spPr>
      </p:pic>
      <p:sp>
        <p:nvSpPr>
          <p:cNvPr id="9" name="TextBox 8"/>
          <p:cNvSpPr txBox="1"/>
          <p:nvPr/>
        </p:nvSpPr>
        <p:spPr>
          <a:xfrm>
            <a:off x="6600825" y="3284339"/>
            <a:ext cx="4940617" cy="285750"/>
          </a:xfrm>
          <a:prstGeom prst="rect">
            <a:avLst/>
          </a:prstGeom>
          <a:noFill/>
        </p:spPr>
        <p:txBody>
          <a:bodyPr wrap="square" lIns="0" tIns="0" rIns="0" bIns="0" anchor="t">
            <a:spAutoFit/>
          </a:bodyPr>
          <a:lstStyle/>
          <a:p>
            <a:pPr algn="l"/>
            <a:r>
              <a:rPr sz="1800" b="0" i="0" u="none" dirty="0" smtClean="0">
                <a:solidFill>
                  <a:srgbClr val="4F46E5"/>
                </a:solidFill>
                <a:latin typeface="Plus Jakarta Sans SemiBold"/>
              </a:rPr>
              <a:t>CSDL </a:t>
            </a:r>
            <a:r>
              <a:rPr sz="1800" b="0" i="0" u="none" dirty="0">
                <a:solidFill>
                  <a:srgbClr val="4F46E5"/>
                </a:solidFill>
                <a:latin typeface="Plus Jakarta Sans SemiBold"/>
              </a:rPr>
              <a:t>Microsoft SQL Server</a:t>
            </a:r>
          </a:p>
        </p:txBody>
      </p:sp>
      <p:sp>
        <p:nvSpPr>
          <p:cNvPr id="10" name="TextBox 9"/>
          <p:cNvSpPr txBox="1"/>
          <p:nvPr/>
        </p:nvSpPr>
        <p:spPr>
          <a:xfrm>
            <a:off x="6600825" y="3684389"/>
            <a:ext cx="4705350"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quản</a:t>
            </a:r>
            <a:r>
              <a:rPr sz="1500" b="0" i="0" u="none" dirty="0">
                <a:solidFill>
                  <a:srgbClr val="334155"/>
                </a:solidFill>
                <a:latin typeface="Inter"/>
              </a:rPr>
              <a:t> </a:t>
            </a:r>
            <a:r>
              <a:rPr sz="1500" b="0" i="0" u="none" dirty="0" err="1">
                <a:solidFill>
                  <a:srgbClr val="334155"/>
                </a:solidFill>
                <a:latin typeface="Inter"/>
              </a:rPr>
              <a:t>trị</a:t>
            </a:r>
            <a:r>
              <a:rPr sz="1500" b="0" i="0" u="none" dirty="0">
                <a:solidFill>
                  <a:srgbClr val="334155"/>
                </a:solidFill>
                <a:latin typeface="Inter"/>
              </a:rPr>
              <a:t> </a:t>
            </a:r>
            <a:r>
              <a:rPr sz="1500" b="0" i="0" u="none" dirty="0" err="1">
                <a:solidFill>
                  <a:srgbClr val="334155"/>
                </a:solidFill>
                <a:latin typeface="Inter"/>
              </a:rPr>
              <a:t>cơ</a:t>
            </a:r>
            <a:r>
              <a:rPr sz="1500" b="0" i="0" u="none" dirty="0">
                <a:solidFill>
                  <a:srgbClr val="334155"/>
                </a:solidFill>
                <a:latin typeface="Inter"/>
              </a:rPr>
              <a:t> </a:t>
            </a:r>
            <a:r>
              <a:rPr sz="1500" b="0" i="0" u="none" dirty="0" err="1">
                <a:solidFill>
                  <a:srgbClr val="334155"/>
                </a:solidFill>
                <a:latin typeface="Inter"/>
              </a:rPr>
              <a:t>sở</a:t>
            </a:r>
            <a:r>
              <a:rPr sz="1500" b="0" i="0" u="none" dirty="0">
                <a:solidFill>
                  <a:srgbClr val="334155"/>
                </a:solidFill>
                <a:latin typeface="Inter"/>
              </a:rPr>
              <a:t> </a:t>
            </a:r>
            <a:r>
              <a:rPr sz="1500" b="0" i="0" u="none" dirty="0" err="1">
                <a:solidFill>
                  <a:srgbClr val="334155"/>
                </a:solidFill>
                <a:latin typeface="Inter"/>
              </a:rPr>
              <a:t>dữ</a:t>
            </a:r>
            <a:r>
              <a:rPr sz="1500" b="0" i="0" u="none" dirty="0">
                <a:solidFill>
                  <a:srgbClr val="334155"/>
                </a:solidFill>
                <a:latin typeface="Inter"/>
              </a:rPr>
              <a:t> </a:t>
            </a:r>
            <a:r>
              <a:rPr sz="1500" b="0" i="0" u="none" dirty="0" err="1">
                <a:solidFill>
                  <a:srgbClr val="334155"/>
                </a:solidFill>
                <a:latin typeface="Inter"/>
              </a:rPr>
              <a:t>liệu</a:t>
            </a:r>
            <a:r>
              <a:rPr sz="1500" b="0" i="0" u="none" dirty="0">
                <a:solidFill>
                  <a:srgbClr val="334155"/>
                </a:solidFill>
                <a:latin typeface="Inter"/>
              </a:rPr>
              <a:t> </a:t>
            </a:r>
            <a:r>
              <a:rPr sz="1500" b="0" i="0" u="none" dirty="0" err="1">
                <a:solidFill>
                  <a:srgbClr val="334155"/>
                </a:solidFill>
                <a:latin typeface="Inter"/>
              </a:rPr>
              <a:t>quan</a:t>
            </a:r>
            <a:r>
              <a:rPr sz="1500" b="0" i="0" u="none" dirty="0">
                <a:solidFill>
                  <a:srgbClr val="334155"/>
                </a:solidFill>
                <a:latin typeface="Inter"/>
              </a:rPr>
              <a:t> </a:t>
            </a: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có</a:t>
            </a:r>
            <a:r>
              <a:rPr sz="1500" b="0" i="0" u="none" dirty="0">
                <a:solidFill>
                  <a:srgbClr val="334155"/>
                </a:solidFill>
                <a:latin typeface="Inter"/>
              </a:rPr>
              <a:t> </a:t>
            </a:r>
            <a:r>
              <a:rPr sz="1500" b="0" i="0" u="none" dirty="0" err="1">
                <a:solidFill>
                  <a:srgbClr val="334155"/>
                </a:solidFill>
                <a:latin typeface="Inter"/>
              </a:rPr>
              <a:t>hiệu</a:t>
            </a:r>
            <a:r>
              <a:rPr sz="1500" b="0" i="0" u="none" dirty="0">
                <a:solidFill>
                  <a:srgbClr val="334155"/>
                </a:solidFill>
                <a:latin typeface="Inter"/>
              </a:rPr>
              <a:t> </a:t>
            </a:r>
            <a:r>
              <a:rPr sz="1500" b="0" i="0" u="none" dirty="0" err="1">
                <a:solidFill>
                  <a:srgbClr val="334155"/>
                </a:solidFill>
                <a:latin typeface="Inter"/>
              </a:rPr>
              <a:t>năng</a:t>
            </a:r>
            <a:r>
              <a:rPr sz="1500" b="0" i="0" u="none" dirty="0">
                <a:solidFill>
                  <a:srgbClr val="334155"/>
                </a:solidFill>
                <a:latin typeface="Inter"/>
              </a:rPr>
              <a:t> </a:t>
            </a:r>
            <a:r>
              <a:rPr sz="1500" b="0" i="0" u="none" dirty="0" err="1">
                <a:solidFill>
                  <a:srgbClr val="334155"/>
                </a:solidFill>
                <a:latin typeface="Inter"/>
              </a:rPr>
              <a:t>cao</a:t>
            </a:r>
            <a:r>
              <a:rPr sz="1500" b="0" i="0" u="none" dirty="0">
                <a:solidFill>
                  <a:srgbClr val="334155"/>
                </a:solidFill>
                <a:latin typeface="Inter"/>
              </a:rPr>
              <a:t>, </a:t>
            </a:r>
            <a:r>
              <a:rPr sz="1500" b="0" i="0" u="none" dirty="0" err="1">
                <a:solidFill>
                  <a:srgbClr val="334155"/>
                </a:solidFill>
                <a:latin typeface="Inter"/>
              </a:rPr>
              <a:t>lưu</a:t>
            </a:r>
            <a:r>
              <a:rPr sz="1500" b="0" i="0" u="none" dirty="0">
                <a:solidFill>
                  <a:srgbClr val="334155"/>
                </a:solidFill>
                <a:latin typeface="Inter"/>
              </a:rPr>
              <a:t> </a:t>
            </a:r>
            <a:r>
              <a:rPr sz="1500" b="0" i="0" u="none" dirty="0" err="1">
                <a:solidFill>
                  <a:srgbClr val="334155"/>
                </a:solidFill>
                <a:latin typeface="Inter"/>
              </a:rPr>
              <a:t>trữ</a:t>
            </a:r>
            <a:r>
              <a:rPr sz="1500" b="0" i="0" u="none" dirty="0">
                <a:solidFill>
                  <a:srgbClr val="334155"/>
                </a:solidFill>
                <a:latin typeface="Inter"/>
              </a:rPr>
              <a:t> an </a:t>
            </a:r>
            <a:r>
              <a:rPr sz="1500" b="0" i="0" u="none" dirty="0" err="1">
                <a:solidFill>
                  <a:srgbClr val="334155"/>
                </a:solidFill>
                <a:latin typeface="Inter"/>
              </a:rPr>
              <a:t>toàn</a:t>
            </a:r>
            <a:r>
              <a:rPr sz="1500" b="0" i="0" u="none" dirty="0">
                <a:solidFill>
                  <a:srgbClr val="334155"/>
                </a:solidFill>
                <a:latin typeface="Inter"/>
              </a:rPr>
              <a:t> </a:t>
            </a:r>
            <a:r>
              <a:rPr sz="1500" b="0" i="0" u="none" dirty="0" err="1">
                <a:solidFill>
                  <a:srgbClr val="334155"/>
                </a:solidFill>
                <a:latin typeface="Inter"/>
              </a:rPr>
              <a:t>các</a:t>
            </a:r>
            <a:r>
              <a:rPr sz="1500" b="0" i="0" u="none" dirty="0">
                <a:solidFill>
                  <a:srgbClr val="334155"/>
                </a:solidFill>
                <a:latin typeface="Inter"/>
              </a:rPr>
              <a:t> </a:t>
            </a:r>
            <a:r>
              <a:rPr sz="1500" b="0" i="0" u="none" dirty="0" err="1">
                <a:solidFill>
                  <a:srgbClr val="334155"/>
                </a:solidFill>
                <a:latin typeface="Inter"/>
              </a:rPr>
              <a:t>bảng</a:t>
            </a:r>
            <a:r>
              <a:rPr sz="1500" b="0" i="0" u="none" dirty="0">
                <a:solidFill>
                  <a:srgbClr val="334155"/>
                </a:solidFill>
                <a:latin typeface="Inter"/>
              </a:rPr>
              <a:t> </a:t>
            </a:r>
            <a:r>
              <a:rPr sz="1500" b="0" i="0" u="none" dirty="0" err="1">
                <a:solidFill>
                  <a:srgbClr val="334155"/>
                </a:solidFill>
                <a:latin typeface="Inter"/>
              </a:rPr>
              <a:t>dữ</a:t>
            </a:r>
            <a:r>
              <a:rPr sz="1500" b="0" i="0" u="none" dirty="0">
                <a:solidFill>
                  <a:srgbClr val="334155"/>
                </a:solidFill>
                <a:latin typeface="Inter"/>
              </a:rPr>
              <a:t> </a:t>
            </a:r>
            <a:r>
              <a:rPr sz="1500" b="0" i="0" u="none" dirty="0" err="1">
                <a:solidFill>
                  <a:srgbClr val="334155"/>
                </a:solidFill>
                <a:latin typeface="Inter"/>
              </a:rPr>
              <a:t>liệu</a:t>
            </a:r>
            <a:r>
              <a:rPr sz="1500" b="0" i="0" u="none" dirty="0">
                <a:solidFill>
                  <a:srgbClr val="334155"/>
                </a:solidFill>
                <a:latin typeface="Inter"/>
              </a:rPr>
              <a:t> </a:t>
            </a:r>
            <a:r>
              <a:rPr sz="1500" b="0" i="0" u="none" dirty="0" err="1">
                <a:solidFill>
                  <a:srgbClr val="334155"/>
                </a:solidFill>
                <a:latin typeface="Inter"/>
              </a:rPr>
              <a:t>phức</a:t>
            </a:r>
            <a:r>
              <a:rPr sz="1500" b="0" i="0" u="none" dirty="0">
                <a:solidFill>
                  <a:srgbClr val="334155"/>
                </a:solidFill>
                <a:latin typeface="Inter"/>
              </a:rPr>
              <a:t> </a:t>
            </a:r>
            <a:r>
              <a:rPr sz="1500" b="0" i="0" u="none" dirty="0" err="1">
                <a:solidFill>
                  <a:srgbClr val="334155"/>
                </a:solidFill>
                <a:latin typeface="Inter"/>
              </a:rPr>
              <a:t>tạp</a:t>
            </a:r>
            <a:r>
              <a:rPr sz="1500" b="0" i="0" u="none" dirty="0">
                <a:solidFill>
                  <a:srgbClr val="334155"/>
                </a:solidFill>
                <a:latin typeface="Inter"/>
              </a:rPr>
              <a:t> (</a:t>
            </a:r>
            <a:r>
              <a:rPr sz="1500" b="0" i="0" u="none" dirty="0" err="1">
                <a:solidFill>
                  <a:srgbClr val="334155"/>
                </a:solidFill>
                <a:latin typeface="Inter"/>
              </a:rPr>
              <a:t>Khách</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Sản</a:t>
            </a:r>
            <a:r>
              <a:rPr sz="1500" b="0" i="0" u="none" dirty="0">
                <a:solidFill>
                  <a:srgbClr val="334155"/>
                </a:solidFill>
                <a:latin typeface="Inter"/>
              </a:rPr>
              <a:t> </a:t>
            </a:r>
            <a:r>
              <a:rPr sz="1500" b="0" i="0" u="none" dirty="0" err="1">
                <a:solidFill>
                  <a:srgbClr val="334155"/>
                </a:solidFill>
                <a:latin typeface="Inter"/>
              </a:rPr>
              <a:t>phẩm</a:t>
            </a:r>
            <a:r>
              <a:rPr sz="1500" b="0" i="0" u="none" dirty="0">
                <a:solidFill>
                  <a:srgbClr val="334155"/>
                </a:solidFill>
                <a:latin typeface="Inter"/>
              </a:rPr>
              <a:t>, </a:t>
            </a:r>
            <a:r>
              <a:rPr sz="1500" b="0" i="0" u="none" dirty="0" err="1">
                <a:solidFill>
                  <a:srgbClr val="334155"/>
                </a:solidFill>
                <a:latin typeface="Inter"/>
              </a:rPr>
              <a:t>Đơn</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Phiếu</a:t>
            </a:r>
            <a:r>
              <a:rPr sz="1500" b="0" i="0" u="none" dirty="0">
                <a:solidFill>
                  <a:srgbClr val="334155"/>
                </a:solidFill>
                <a:latin typeface="Inter"/>
              </a:rPr>
              <a:t> </a:t>
            </a:r>
            <a:r>
              <a:rPr sz="1500" b="0" i="0" u="none" dirty="0" err="1">
                <a:solidFill>
                  <a:srgbClr val="334155"/>
                </a:solidFill>
                <a:latin typeface="Inter"/>
              </a:rPr>
              <a:t>nhập</a:t>
            </a:r>
            <a:r>
              <a:rPr sz="1500" b="0" i="0" u="none" dirty="0">
                <a:solidFill>
                  <a:srgbClr val="334155"/>
                </a:solidFill>
                <a:latin typeface="Inter"/>
              </a:rPr>
              <a:t>/</a:t>
            </a:r>
            <a:r>
              <a:rPr sz="1500" b="0" i="0" u="none" dirty="0" err="1">
                <a:solidFill>
                  <a:srgbClr val="334155"/>
                </a:solidFill>
                <a:latin typeface="Inter"/>
              </a:rPr>
              <a:t>xuat</a:t>
            </a:r>
            <a:r>
              <a:rPr sz="1500" b="0" i="0" u="none" dirty="0">
                <a:solidFill>
                  <a:srgbClr val="334155"/>
                </a:solidFill>
                <a:latin typeface="Inter"/>
              </a:rPr>
              <a:t>, </a:t>
            </a:r>
            <a:r>
              <a:rPr sz="1500" b="0" i="0" u="none" dirty="0" err="1">
                <a:solidFill>
                  <a:srgbClr val="334155"/>
                </a:solidFill>
                <a:latin typeface="Inter"/>
              </a:rPr>
              <a:t>Công</a:t>
            </a:r>
            <a:r>
              <a:rPr sz="1500" b="0" i="0" u="none" dirty="0">
                <a:solidFill>
                  <a:srgbClr val="334155"/>
                </a:solidFill>
                <a:latin typeface="Inter"/>
              </a:rPr>
              <a:t> </a:t>
            </a:r>
            <a:r>
              <a:rPr sz="1500" b="0" i="0" u="none" dirty="0" err="1">
                <a:solidFill>
                  <a:srgbClr val="334155"/>
                </a:solidFill>
                <a:latin typeface="Inter"/>
              </a:rPr>
              <a:t>nợ</a:t>
            </a:r>
            <a:r>
              <a:rPr sz="1500" b="0" i="0" u="none" dirty="0">
                <a:solidFill>
                  <a:srgbClr val="334155"/>
                </a:solidFill>
                <a:latin typeface="Inter"/>
              </a:rPr>
              <a:t>) </a:t>
            </a:r>
            <a:r>
              <a:rPr sz="1500" b="0" i="0" u="none" dirty="0" err="1">
                <a:solidFill>
                  <a:srgbClr val="334155"/>
                </a:solidFill>
                <a:latin typeface="Inter"/>
              </a:rPr>
              <a:t>với</a:t>
            </a:r>
            <a:r>
              <a:rPr sz="1500" b="0" i="0" u="none" dirty="0">
                <a:solidFill>
                  <a:srgbClr val="334155"/>
                </a:solidFill>
                <a:latin typeface="Inter"/>
              </a:rPr>
              <a:t> </a:t>
            </a:r>
            <a:r>
              <a:rPr sz="1500" b="0" i="0" u="none" dirty="0" err="1">
                <a:solidFill>
                  <a:srgbClr val="334155"/>
                </a:solidFill>
                <a:latin typeface="Inter"/>
              </a:rPr>
              <a:t>đầy</a:t>
            </a:r>
            <a:r>
              <a:rPr sz="1500" b="0" i="0" u="none" dirty="0">
                <a:solidFill>
                  <a:srgbClr val="334155"/>
                </a:solidFill>
                <a:latin typeface="Inter"/>
              </a:rPr>
              <a:t> </a:t>
            </a:r>
            <a:r>
              <a:rPr sz="1500" b="0" i="0" u="none" dirty="0" err="1">
                <a:solidFill>
                  <a:srgbClr val="334155"/>
                </a:solidFill>
                <a:latin typeface="Inter"/>
              </a:rPr>
              <a:t>đủ</a:t>
            </a:r>
            <a:r>
              <a:rPr sz="1500" b="0" i="0" u="none" dirty="0">
                <a:solidFill>
                  <a:srgbClr val="334155"/>
                </a:solidFill>
                <a:latin typeface="Inter"/>
              </a:rPr>
              <a:t> </a:t>
            </a:r>
            <a:r>
              <a:rPr sz="1500" b="0" i="0" u="none" dirty="0" err="1">
                <a:solidFill>
                  <a:srgbClr val="334155"/>
                </a:solidFill>
                <a:latin typeface="Inter"/>
              </a:rPr>
              <a:t>ràng</a:t>
            </a:r>
            <a:r>
              <a:rPr sz="1500" b="0" i="0" u="none" dirty="0">
                <a:solidFill>
                  <a:srgbClr val="334155"/>
                </a:solidFill>
                <a:latin typeface="Inter"/>
              </a:rPr>
              <a:t> </a:t>
            </a:r>
            <a:r>
              <a:rPr sz="1500" b="0" i="0" u="none" dirty="0" err="1">
                <a:solidFill>
                  <a:srgbClr val="334155"/>
                </a:solidFill>
                <a:latin typeface="Inter"/>
              </a:rPr>
              <a:t>buộc</a:t>
            </a:r>
            <a:r>
              <a:rPr sz="1500" b="0" i="0" u="none" dirty="0">
                <a:solidFill>
                  <a:srgbClr val="334155"/>
                </a:solidFill>
                <a:latin typeface="Inter"/>
              </a:rPr>
              <a:t> </a:t>
            </a:r>
            <a:r>
              <a:rPr sz="1500" b="0" i="0" u="none" dirty="0" err="1">
                <a:solidFill>
                  <a:srgbClr val="334155"/>
                </a:solidFill>
                <a:latin typeface="Inter"/>
              </a:rPr>
              <a:t>vẹn</a:t>
            </a:r>
            <a:r>
              <a:rPr sz="1500" b="0" i="0" u="none" dirty="0">
                <a:solidFill>
                  <a:srgbClr val="334155"/>
                </a:solidFill>
                <a:latin typeface="Inter"/>
              </a:rPr>
              <a:t> </a:t>
            </a:r>
            <a:r>
              <a:rPr sz="1500" b="0" i="0" u="none" dirty="0" err="1">
                <a:solidFill>
                  <a:srgbClr val="334155"/>
                </a:solidFill>
                <a:latin typeface="Inter"/>
              </a:rPr>
              <a:t>toàn</a:t>
            </a:r>
            <a:r>
              <a:rPr sz="1500" b="0" i="0" u="none" dirty="0">
                <a:solidFill>
                  <a:srgbClr val="334155"/>
                </a:solidFill>
                <a:latin typeface="Inter"/>
              </a:rPr>
              <a:t>.</a:t>
            </a:r>
          </a:p>
        </p:txBody>
      </p:sp>
      <p:sp>
        <p:nvSpPr>
          <p:cNvPr id="11" name="TextBox 10"/>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Nền Tảng Công Nghệ Sử Dụng</a:t>
            </a:r>
          </a:p>
        </p:txBody>
      </p:sp>
      <p:sp>
        <p:nvSpPr>
          <p:cNvPr id="12" name="Rectangle 11"/>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570190" y="2338387"/>
            <a:ext cx="1051619" cy="200025"/>
          </a:xfrm>
          <a:prstGeom prst="rect">
            <a:avLst/>
          </a:prstGeom>
          <a:noFill/>
        </p:spPr>
        <p:txBody>
          <a:bodyPr wrap="square" lIns="0" tIns="0" rIns="0" bIns="0" anchor="t">
            <a:spAutoFit/>
          </a:bodyPr>
          <a:lstStyle/>
          <a:p>
            <a:pPr algn="ctr"/>
            <a:r>
              <a:rPr sz="1350" b="1" i="0" u="none">
                <a:solidFill>
                  <a:srgbClr val="4F46E5"/>
                </a:solidFill>
                <a:latin typeface="Inter"/>
              </a:rPr>
              <a:t>CHƯƠNG 2</a:t>
            </a:r>
          </a:p>
        </p:txBody>
      </p:sp>
      <p:sp>
        <p:nvSpPr>
          <p:cNvPr id="4" name="TextBox 3"/>
          <p:cNvSpPr txBox="1"/>
          <p:nvPr/>
        </p:nvSpPr>
        <p:spPr>
          <a:xfrm>
            <a:off x="2375535" y="2652712"/>
            <a:ext cx="7440930" cy="628650"/>
          </a:xfrm>
          <a:prstGeom prst="rect">
            <a:avLst/>
          </a:prstGeom>
          <a:noFill/>
        </p:spPr>
        <p:txBody>
          <a:bodyPr wrap="square" lIns="0" tIns="0" rIns="0" bIns="0" anchor="t">
            <a:spAutoFit/>
          </a:bodyPr>
          <a:lstStyle/>
          <a:p>
            <a:pPr algn="ctr"/>
            <a:r>
              <a:rPr sz="3900" b="1" i="0" u="none">
                <a:solidFill>
                  <a:srgbClr val="0F172A"/>
                </a:solidFill>
                <a:latin typeface="Plus Jakarta Sans"/>
              </a:rPr>
              <a:t>Phân Tích &amp; Thiết Kế Hệ Thống</a:t>
            </a:r>
          </a:p>
        </p:txBody>
      </p:sp>
      <p:sp>
        <p:nvSpPr>
          <p:cNvPr id="5" name="TextBox 4"/>
          <p:cNvSpPr txBox="1"/>
          <p:nvPr/>
        </p:nvSpPr>
        <p:spPr>
          <a:xfrm>
            <a:off x="2524125" y="3433762"/>
            <a:ext cx="7143750" cy="590550"/>
          </a:xfrm>
          <a:prstGeom prst="rect">
            <a:avLst/>
          </a:prstGeom>
          <a:noFill/>
        </p:spPr>
        <p:txBody>
          <a:bodyPr wrap="square" lIns="0" tIns="0" rIns="0" bIns="0" anchor="t">
            <a:spAutoFit/>
          </a:bodyPr>
          <a:lstStyle/>
          <a:p>
            <a:pPr algn="ctr">
              <a:lnSpc>
                <a:spcPts val="2325"/>
              </a:lnSpc>
            </a:pPr>
            <a:r>
              <a:rPr sz="1500" b="0" i="0" u="none">
                <a:solidFill>
                  <a:srgbClr val="64748B"/>
                </a:solidFill>
                <a:latin typeface="Inter"/>
              </a:rPr>
              <a:t>Mô tả bài toán nghiệp vụ, xây dựng các sơ đồ chức năng (BFD), mô hình dữ liệu (ERD) và dòng dữ liệu (DFD).</a:t>
            </a:r>
          </a:p>
        </p:txBody>
      </p:sp>
      <p:sp>
        <p:nvSpPr>
          <p:cNvPr id="6" name="Rectangle 5"/>
          <p:cNvSpPr/>
          <p:nvPr/>
        </p:nvSpPr>
        <p:spPr>
          <a:xfrm>
            <a:off x="5715000" y="4252912"/>
            <a:ext cx="762000" cy="381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1985962"/>
            <a:ext cx="5334000" cy="3619500"/>
          </a:xfrm>
          <a:prstGeom prst="rect">
            <a:avLst/>
          </a:prstGeom>
        </p:spPr>
      </p:pic>
      <p:sp>
        <p:nvSpPr>
          <p:cNvPr id="4" name="TextBox 3"/>
          <p:cNvSpPr txBox="1"/>
          <p:nvPr/>
        </p:nvSpPr>
        <p:spPr>
          <a:xfrm>
            <a:off x="800100" y="1985962"/>
            <a:ext cx="5105400" cy="501848"/>
          </a:xfrm>
          <a:prstGeom prst="rect">
            <a:avLst/>
          </a:prstGeom>
          <a:noFill/>
        </p:spPr>
        <p:txBody>
          <a:bodyPr wrap="square" lIns="0" tIns="0" rIns="0" bIns="0" anchor="t">
            <a:spAutoFit/>
          </a:bodyPr>
          <a:lstStyle/>
          <a:p>
            <a:pPr algn="l">
              <a:lnSpc>
                <a:spcPts val="1976"/>
              </a:lnSpc>
            </a:pPr>
            <a:r>
              <a:rPr sz="1275" b="1" i="0" u="none">
                <a:solidFill>
                  <a:srgbClr val="334155"/>
                </a:solidFill>
                <a:latin typeface="Inter"/>
              </a:rPr>
              <a:t>Khách hàng chọn hàng:</a:t>
            </a:r>
            <a:r>
              <a:rPr sz="1275" b="0" i="0" u="none">
                <a:solidFill>
                  <a:srgbClr val="334155"/>
                </a:solidFill>
                <a:latin typeface="Inter"/>
              </a:rPr>
              <a:t> Xem thông số linh kiện, tìm kiếm theo thuộc tính (RAM, CPU, VGA...), thêm sản phẩm vào giỏ.</a:t>
            </a:r>
          </a:p>
        </p:txBody>
      </p:sp>
      <p:sp>
        <p:nvSpPr>
          <p:cNvPr id="5" name="TextBox 4"/>
          <p:cNvSpPr txBox="1"/>
          <p:nvPr/>
        </p:nvSpPr>
        <p:spPr>
          <a:xfrm>
            <a:off x="800100" y="2621160"/>
            <a:ext cx="5105400" cy="501848"/>
          </a:xfrm>
          <a:prstGeom prst="rect">
            <a:avLst/>
          </a:prstGeom>
          <a:noFill/>
        </p:spPr>
        <p:txBody>
          <a:bodyPr wrap="square" lIns="0" tIns="0" rIns="0" bIns="0" anchor="t">
            <a:spAutoFit/>
          </a:bodyPr>
          <a:lstStyle/>
          <a:p>
            <a:pPr algn="l">
              <a:lnSpc>
                <a:spcPts val="1976"/>
              </a:lnSpc>
            </a:pPr>
            <a:r>
              <a:rPr sz="1275" b="1" i="0" u="none">
                <a:solidFill>
                  <a:srgbClr val="334155"/>
                </a:solidFill>
                <a:latin typeface="Inter"/>
              </a:rPr>
              <a:t>Đặt hàng &amp; Thanh toán:</a:t>
            </a:r>
            <a:r>
              <a:rPr sz="1275" b="0" i="0" u="none">
                <a:solidFill>
                  <a:srgbClr val="334155"/>
                </a:solidFill>
                <a:latin typeface="Inter"/>
              </a:rPr>
              <a:t> Xác nhận thông tin giao hàng, hệ thống tự động kiểm tra số lượng tồn kho trước khi lưu đơn.</a:t>
            </a:r>
          </a:p>
        </p:txBody>
      </p:sp>
      <p:sp>
        <p:nvSpPr>
          <p:cNvPr id="6" name="TextBox 5"/>
          <p:cNvSpPr txBox="1"/>
          <p:nvPr/>
        </p:nvSpPr>
        <p:spPr>
          <a:xfrm>
            <a:off x="800100" y="3256359"/>
            <a:ext cx="5105400" cy="501848"/>
          </a:xfrm>
          <a:prstGeom prst="rect">
            <a:avLst/>
          </a:prstGeom>
          <a:noFill/>
        </p:spPr>
        <p:txBody>
          <a:bodyPr wrap="square" lIns="0" tIns="0" rIns="0" bIns="0" anchor="t">
            <a:spAutoFit/>
          </a:bodyPr>
          <a:lstStyle/>
          <a:p>
            <a:pPr algn="l">
              <a:lnSpc>
                <a:spcPts val="1976"/>
              </a:lnSpc>
            </a:pPr>
            <a:r>
              <a:rPr sz="1275" b="1" i="0" u="none">
                <a:solidFill>
                  <a:srgbClr val="334155"/>
                </a:solidFill>
                <a:latin typeface="Inter"/>
              </a:rPr>
              <a:t>Quản lý nhập xuất kho:</a:t>
            </a:r>
            <a:r>
              <a:rPr sz="1275" b="0" i="0" u="none">
                <a:solidFill>
                  <a:srgbClr val="334155"/>
                </a:solidFill>
                <a:latin typeface="Inter"/>
              </a:rPr>
              <a:t> Nhân viên lập phiếu nhập linh kiện từ nhà cung cấp và tạo phiếu xuất kho khi duyệt đơn.</a:t>
            </a:r>
          </a:p>
        </p:txBody>
      </p:sp>
      <p:sp>
        <p:nvSpPr>
          <p:cNvPr id="7" name="TextBox 6"/>
          <p:cNvSpPr txBox="1"/>
          <p:nvPr/>
        </p:nvSpPr>
        <p:spPr>
          <a:xfrm>
            <a:off x="800100" y="3891557"/>
            <a:ext cx="5105400" cy="501848"/>
          </a:xfrm>
          <a:prstGeom prst="rect">
            <a:avLst/>
          </a:prstGeom>
          <a:noFill/>
        </p:spPr>
        <p:txBody>
          <a:bodyPr wrap="square" lIns="0" tIns="0" rIns="0" bIns="0" anchor="t">
            <a:spAutoFit/>
          </a:bodyPr>
          <a:lstStyle/>
          <a:p>
            <a:pPr algn="l">
              <a:lnSpc>
                <a:spcPts val="1976"/>
              </a:lnSpc>
            </a:pPr>
            <a:r>
              <a:rPr sz="1275" b="1" i="0" u="none">
                <a:solidFill>
                  <a:srgbClr val="334155"/>
                </a:solidFill>
                <a:latin typeface="Inter"/>
              </a:rPr>
              <a:t>Theo dõi &amp; Báo cáo:</a:t>
            </a:r>
            <a:r>
              <a:rPr sz="1275" b="0" i="0" u="none">
                <a:solidFill>
                  <a:srgbClr val="334155"/>
                </a:solidFill>
                <a:latin typeface="Inter"/>
              </a:rPr>
              <a:t> Tự động tính toán công nợ khách hàng, lưu lịch sử sao lưu (Backup_History) và xuất báo cáo tồn kho.</a:t>
            </a:r>
          </a:p>
        </p:txBody>
      </p:sp>
      <p:pic>
        <p:nvPicPr>
          <p:cNvPr id="8" name="Picture 7" descr="image.png"/>
          <p:cNvPicPr>
            <a:picLocks noChangeAspect="1"/>
          </p:cNvPicPr>
          <p:nvPr/>
        </p:nvPicPr>
        <p:blipFill>
          <a:blip r:embed="rId4"/>
          <a:stretch>
            <a:fillRect/>
          </a:stretch>
        </p:blipFill>
        <p:spPr>
          <a:xfrm>
            <a:off x="6286500" y="1985962"/>
            <a:ext cx="5334000" cy="3619500"/>
          </a:xfrm>
          <a:prstGeom prst="rect">
            <a:avLst/>
          </a:prstGeom>
        </p:spPr>
      </p:pic>
      <p:sp>
        <p:nvSpPr>
          <p:cNvPr id="9" name="TextBox 8"/>
          <p:cNvSpPr txBox="1"/>
          <p:nvPr/>
        </p:nvSpPr>
        <p:spPr>
          <a:xfrm>
            <a:off x="571500" y="1966912"/>
            <a:ext cx="95250" cy="323850"/>
          </a:xfrm>
          <a:prstGeom prst="rect">
            <a:avLst/>
          </a:prstGeom>
          <a:noFill/>
        </p:spPr>
        <p:txBody>
          <a:bodyPr wrap="square" lIns="0" tIns="0" rIns="0" bIns="0" anchor="t">
            <a:spAutoFit/>
          </a:bodyPr>
          <a:lstStyle/>
          <a:p>
            <a:pPr algn="l">
              <a:lnSpc>
                <a:spcPts val="2557"/>
              </a:lnSpc>
            </a:pPr>
            <a:r>
              <a:rPr sz="1650" b="1" i="0" u="none">
                <a:solidFill>
                  <a:srgbClr val="4F46E5"/>
                </a:solidFill>
                <a:latin typeface="Inter"/>
              </a:rPr>
              <a:t>•</a:t>
            </a:r>
          </a:p>
        </p:txBody>
      </p:sp>
      <p:sp>
        <p:nvSpPr>
          <p:cNvPr id="10" name="TextBox 9"/>
          <p:cNvSpPr txBox="1"/>
          <p:nvPr/>
        </p:nvSpPr>
        <p:spPr>
          <a:xfrm>
            <a:off x="571500" y="2602110"/>
            <a:ext cx="95250" cy="323850"/>
          </a:xfrm>
          <a:prstGeom prst="rect">
            <a:avLst/>
          </a:prstGeom>
          <a:noFill/>
        </p:spPr>
        <p:txBody>
          <a:bodyPr wrap="square" lIns="0" tIns="0" rIns="0" bIns="0" anchor="t">
            <a:spAutoFit/>
          </a:bodyPr>
          <a:lstStyle/>
          <a:p>
            <a:pPr algn="l">
              <a:lnSpc>
                <a:spcPts val="2557"/>
              </a:lnSpc>
            </a:pPr>
            <a:r>
              <a:rPr sz="1650" b="1" i="0" u="none">
                <a:solidFill>
                  <a:srgbClr val="4F46E5"/>
                </a:solidFill>
                <a:latin typeface="Inter"/>
              </a:rPr>
              <a:t>•</a:t>
            </a:r>
          </a:p>
        </p:txBody>
      </p:sp>
      <p:sp>
        <p:nvSpPr>
          <p:cNvPr id="11" name="TextBox 10"/>
          <p:cNvSpPr txBox="1"/>
          <p:nvPr/>
        </p:nvSpPr>
        <p:spPr>
          <a:xfrm>
            <a:off x="571500" y="3237309"/>
            <a:ext cx="95250" cy="323850"/>
          </a:xfrm>
          <a:prstGeom prst="rect">
            <a:avLst/>
          </a:prstGeom>
          <a:noFill/>
        </p:spPr>
        <p:txBody>
          <a:bodyPr wrap="square" lIns="0" tIns="0" rIns="0" bIns="0" anchor="t">
            <a:spAutoFit/>
          </a:bodyPr>
          <a:lstStyle/>
          <a:p>
            <a:pPr algn="l">
              <a:lnSpc>
                <a:spcPts val="2557"/>
              </a:lnSpc>
            </a:pPr>
            <a:r>
              <a:rPr sz="1650" b="1" i="0" u="none">
                <a:solidFill>
                  <a:srgbClr val="4F46E5"/>
                </a:solidFill>
                <a:latin typeface="Inter"/>
              </a:rPr>
              <a:t>•</a:t>
            </a:r>
          </a:p>
        </p:txBody>
      </p:sp>
      <p:sp>
        <p:nvSpPr>
          <p:cNvPr id="12" name="TextBox 11"/>
          <p:cNvSpPr txBox="1"/>
          <p:nvPr/>
        </p:nvSpPr>
        <p:spPr>
          <a:xfrm>
            <a:off x="571500" y="3872507"/>
            <a:ext cx="95250" cy="323850"/>
          </a:xfrm>
          <a:prstGeom prst="rect">
            <a:avLst/>
          </a:prstGeom>
          <a:noFill/>
        </p:spPr>
        <p:txBody>
          <a:bodyPr wrap="square" lIns="0" tIns="0" rIns="0" bIns="0" anchor="t">
            <a:spAutoFit/>
          </a:bodyPr>
          <a:lstStyle/>
          <a:p>
            <a:pPr algn="l">
              <a:lnSpc>
                <a:spcPts val="2557"/>
              </a:lnSpc>
            </a:pPr>
            <a:r>
              <a:rPr sz="1650" b="1" i="0" u="none">
                <a:solidFill>
                  <a:srgbClr val="4F46E5"/>
                </a:solidFill>
                <a:latin typeface="Inter"/>
              </a:rPr>
              <a:t>•</a:t>
            </a:r>
          </a:p>
        </p:txBody>
      </p:sp>
      <p:sp>
        <p:nvSpPr>
          <p:cNvPr id="13" name="TextBox 12"/>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Mô Tả Bài Toán &amp; Quy Trình Nghiệp Vụ</a:t>
            </a:r>
          </a:p>
        </p:txBody>
      </p:sp>
      <p:sp>
        <p:nvSpPr>
          <p:cNvPr id="14" name="Rectangle 13"/>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69939"/>
            <a:ext cx="3530649" cy="2851546"/>
          </a:xfrm>
          <a:prstGeom prst="rect">
            <a:avLst/>
          </a:prstGeom>
        </p:spPr>
      </p:pic>
      <p:pic>
        <p:nvPicPr>
          <p:cNvPr id="4" name="Picture 3" descr="image.png"/>
          <p:cNvPicPr>
            <a:picLocks noChangeAspect="1"/>
          </p:cNvPicPr>
          <p:nvPr/>
        </p:nvPicPr>
        <p:blipFill>
          <a:blip r:embed="rId4"/>
          <a:stretch>
            <a:fillRect/>
          </a:stretch>
        </p:blipFill>
        <p:spPr>
          <a:xfrm>
            <a:off x="4330749" y="2369939"/>
            <a:ext cx="3530649" cy="2851546"/>
          </a:xfrm>
          <a:prstGeom prst="rect">
            <a:avLst/>
          </a:prstGeom>
        </p:spPr>
      </p:pic>
      <p:pic>
        <p:nvPicPr>
          <p:cNvPr id="5" name="Picture 4" descr="image.png"/>
          <p:cNvPicPr>
            <a:picLocks noChangeAspect="1"/>
          </p:cNvPicPr>
          <p:nvPr/>
        </p:nvPicPr>
        <p:blipFill>
          <a:blip r:embed="rId5"/>
          <a:stretch>
            <a:fillRect/>
          </a:stretch>
        </p:blipFill>
        <p:spPr>
          <a:xfrm>
            <a:off x="8089999" y="2369939"/>
            <a:ext cx="3530649" cy="2851546"/>
          </a:xfrm>
          <a:prstGeom prst="rect">
            <a:avLst/>
          </a:prstGeom>
        </p:spPr>
      </p:pic>
      <p:pic>
        <p:nvPicPr>
          <p:cNvPr id="6" name="Picture 5" descr="image.png"/>
          <p:cNvPicPr>
            <a:picLocks noChangeAspect="1"/>
          </p:cNvPicPr>
          <p:nvPr/>
        </p:nvPicPr>
        <p:blipFill>
          <a:blip r:embed="rId6"/>
          <a:stretch>
            <a:fillRect/>
          </a:stretch>
        </p:blipFill>
        <p:spPr>
          <a:xfrm>
            <a:off x="847725" y="2646164"/>
            <a:ext cx="609600" cy="609600"/>
          </a:xfrm>
          <a:prstGeom prst="rect">
            <a:avLst/>
          </a:prstGeom>
        </p:spPr>
      </p:pic>
      <p:sp>
        <p:nvSpPr>
          <p:cNvPr id="7" name="TextBox 6"/>
          <p:cNvSpPr txBox="1"/>
          <p:nvPr/>
        </p:nvSpPr>
        <p:spPr>
          <a:xfrm>
            <a:off x="847725" y="3427214"/>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Phân Hệ Khách Hàng</a:t>
            </a:r>
          </a:p>
        </p:txBody>
      </p:sp>
      <p:sp>
        <p:nvSpPr>
          <p:cNvPr id="8" name="TextBox 7"/>
          <p:cNvSpPr txBox="1"/>
          <p:nvPr/>
        </p:nvSpPr>
        <p:spPr>
          <a:xfrm>
            <a:off x="847725" y="3827264"/>
            <a:ext cx="2978199"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Đăng</a:t>
            </a:r>
            <a:r>
              <a:rPr sz="1500" b="0" i="0" u="none" dirty="0">
                <a:solidFill>
                  <a:srgbClr val="334155"/>
                </a:solidFill>
                <a:latin typeface="Inter"/>
              </a:rPr>
              <a:t> </a:t>
            </a:r>
            <a:r>
              <a:rPr sz="1500" b="0" i="0" u="none" dirty="0" err="1">
                <a:solidFill>
                  <a:srgbClr val="334155"/>
                </a:solidFill>
                <a:latin typeface="Inter"/>
              </a:rPr>
              <a:t>ký</a:t>
            </a:r>
            <a:r>
              <a:rPr sz="1500" b="0" i="0" u="none" dirty="0">
                <a:solidFill>
                  <a:srgbClr val="334155"/>
                </a:solidFill>
                <a:latin typeface="Inter"/>
              </a:rPr>
              <a:t>/</a:t>
            </a:r>
            <a:r>
              <a:rPr sz="1500" b="0" i="0" u="none" dirty="0" err="1">
                <a:solidFill>
                  <a:srgbClr val="334155"/>
                </a:solidFill>
                <a:latin typeface="Inter"/>
              </a:rPr>
              <a:t>Đăng</a:t>
            </a:r>
            <a:r>
              <a:rPr sz="1500" b="0" i="0" u="none" dirty="0">
                <a:solidFill>
                  <a:srgbClr val="334155"/>
                </a:solidFill>
                <a:latin typeface="Inter"/>
              </a:rPr>
              <a:t> </a:t>
            </a:r>
            <a:r>
              <a:rPr sz="1500" b="0" i="0" u="none" dirty="0" err="1">
                <a:solidFill>
                  <a:srgbClr val="334155"/>
                </a:solidFill>
                <a:latin typeface="Inter"/>
              </a:rPr>
              <a:t>nhập</a:t>
            </a:r>
            <a:r>
              <a:rPr sz="1500" b="0" i="0" u="none" dirty="0">
                <a:solidFill>
                  <a:srgbClr val="334155"/>
                </a:solidFill>
                <a:latin typeface="Inter"/>
              </a:rPr>
              <a:t>, </a:t>
            </a:r>
            <a:r>
              <a:rPr sz="1500" b="0" i="0" u="none" dirty="0" err="1">
                <a:solidFill>
                  <a:srgbClr val="334155"/>
                </a:solidFill>
                <a:latin typeface="Inter"/>
              </a:rPr>
              <a:t>tìm</a:t>
            </a:r>
            <a:r>
              <a:rPr sz="1500" b="0" i="0" u="none" dirty="0">
                <a:solidFill>
                  <a:srgbClr val="334155"/>
                </a:solidFill>
                <a:latin typeface="Inter"/>
              </a:rPr>
              <a:t> </a:t>
            </a:r>
            <a:r>
              <a:rPr sz="1500" b="0" i="0" u="none" dirty="0" err="1">
                <a:solidFill>
                  <a:srgbClr val="334155"/>
                </a:solidFill>
                <a:latin typeface="Inter"/>
              </a:rPr>
              <a:t>kiếm</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kiện</a:t>
            </a:r>
            <a:r>
              <a:rPr sz="1500" b="0" i="0" u="none" dirty="0">
                <a:solidFill>
                  <a:srgbClr val="334155"/>
                </a:solidFill>
                <a:latin typeface="Inter"/>
              </a:rPr>
              <a:t>, </a:t>
            </a:r>
            <a:r>
              <a:rPr sz="1500" b="0" i="0" u="none" dirty="0" err="1">
                <a:solidFill>
                  <a:srgbClr val="334155"/>
                </a:solidFill>
                <a:latin typeface="Inter"/>
              </a:rPr>
              <a:t>quản</a:t>
            </a:r>
            <a:r>
              <a:rPr sz="1500" b="0" i="0" u="none" dirty="0">
                <a:solidFill>
                  <a:srgbClr val="334155"/>
                </a:solidFill>
                <a:latin typeface="Inter"/>
              </a:rPr>
              <a:t> </a:t>
            </a:r>
            <a:r>
              <a:rPr sz="1500" b="0" i="0" u="none" dirty="0" err="1">
                <a:solidFill>
                  <a:srgbClr val="334155"/>
                </a:solidFill>
                <a:latin typeface="Inter"/>
              </a:rPr>
              <a:t>lý</a:t>
            </a:r>
            <a:r>
              <a:rPr sz="1500" b="0" i="0" u="none" dirty="0">
                <a:solidFill>
                  <a:srgbClr val="334155"/>
                </a:solidFill>
                <a:latin typeface="Inter"/>
              </a:rPr>
              <a:t> </a:t>
            </a:r>
            <a:r>
              <a:rPr sz="1500" b="0" i="0" u="none" dirty="0" err="1">
                <a:solidFill>
                  <a:srgbClr val="334155"/>
                </a:solidFill>
                <a:latin typeface="Inter"/>
              </a:rPr>
              <a:t>giỏ</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đặt</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trực</a:t>
            </a:r>
            <a:r>
              <a:rPr sz="1500" b="0" i="0" u="none" dirty="0">
                <a:solidFill>
                  <a:srgbClr val="334155"/>
                </a:solidFill>
                <a:latin typeface="Inter"/>
              </a:rPr>
              <a:t> </a:t>
            </a:r>
            <a:r>
              <a:rPr sz="1500" b="0" i="0" u="none" dirty="0" err="1">
                <a:solidFill>
                  <a:srgbClr val="334155"/>
                </a:solidFill>
                <a:latin typeface="Inter"/>
              </a:rPr>
              <a:t>tuyến</a:t>
            </a:r>
            <a:r>
              <a:rPr sz="1500" b="0" i="0" u="none" dirty="0">
                <a:solidFill>
                  <a:srgbClr val="334155"/>
                </a:solidFill>
                <a:latin typeface="Inter"/>
              </a:rPr>
              <a:t>, </a:t>
            </a:r>
            <a:r>
              <a:rPr sz="1500" b="0" i="0" u="none" dirty="0" err="1">
                <a:solidFill>
                  <a:srgbClr val="334155"/>
                </a:solidFill>
                <a:latin typeface="Inter"/>
              </a:rPr>
              <a:t>xem</a:t>
            </a:r>
            <a:r>
              <a:rPr sz="1500" b="0" i="0" u="none" dirty="0">
                <a:solidFill>
                  <a:srgbClr val="334155"/>
                </a:solidFill>
                <a:latin typeface="Inter"/>
              </a:rPr>
              <a:t> </a:t>
            </a:r>
            <a:r>
              <a:rPr sz="1500" b="0" i="0" u="none" dirty="0" err="1">
                <a:solidFill>
                  <a:srgbClr val="334155"/>
                </a:solidFill>
                <a:latin typeface="Inter"/>
              </a:rPr>
              <a:t>lịch</a:t>
            </a:r>
            <a:r>
              <a:rPr sz="1500" b="0" i="0" u="none" dirty="0">
                <a:solidFill>
                  <a:srgbClr val="334155"/>
                </a:solidFill>
                <a:latin typeface="Inter"/>
              </a:rPr>
              <a:t> </a:t>
            </a:r>
            <a:r>
              <a:rPr sz="1500" b="0" i="0" u="none" dirty="0" err="1">
                <a:solidFill>
                  <a:srgbClr val="334155"/>
                </a:solidFill>
                <a:latin typeface="Inter"/>
              </a:rPr>
              <a:t>sử</a:t>
            </a:r>
            <a:r>
              <a:rPr sz="1500" b="0" i="0" u="none" dirty="0">
                <a:solidFill>
                  <a:srgbClr val="334155"/>
                </a:solidFill>
                <a:latin typeface="Inter"/>
              </a:rPr>
              <a:t> </a:t>
            </a:r>
            <a:r>
              <a:rPr sz="1500" b="0" i="0" u="none" dirty="0" err="1">
                <a:solidFill>
                  <a:srgbClr val="334155"/>
                </a:solidFill>
                <a:latin typeface="Inter"/>
              </a:rPr>
              <a:t>mua</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cập</a:t>
            </a:r>
            <a:r>
              <a:rPr sz="1500" b="0" i="0" u="none" dirty="0">
                <a:solidFill>
                  <a:srgbClr val="334155"/>
                </a:solidFill>
                <a:latin typeface="Inter"/>
              </a:rPr>
              <a:t> </a:t>
            </a:r>
            <a:r>
              <a:rPr sz="1500" b="0" i="0" u="none" dirty="0" err="1">
                <a:solidFill>
                  <a:srgbClr val="334155"/>
                </a:solidFill>
                <a:latin typeface="Inter"/>
              </a:rPr>
              <a:t>nhật</a:t>
            </a:r>
            <a:r>
              <a:rPr sz="1500" b="0" i="0" u="none" dirty="0">
                <a:solidFill>
                  <a:srgbClr val="334155"/>
                </a:solidFill>
                <a:latin typeface="Inter"/>
              </a:rPr>
              <a:t> </a:t>
            </a:r>
            <a:r>
              <a:rPr sz="1500" b="0" i="0" u="none" dirty="0" err="1">
                <a:solidFill>
                  <a:srgbClr val="334155"/>
                </a:solidFill>
                <a:latin typeface="Inter"/>
              </a:rPr>
              <a:t>hồ</a:t>
            </a:r>
            <a:r>
              <a:rPr sz="1500" b="0" i="0" u="none" dirty="0">
                <a:solidFill>
                  <a:srgbClr val="334155"/>
                </a:solidFill>
                <a:latin typeface="Inter"/>
              </a:rPr>
              <a:t> </a:t>
            </a:r>
            <a:r>
              <a:rPr sz="1500" b="0" i="0" u="none" dirty="0" err="1">
                <a:solidFill>
                  <a:srgbClr val="334155"/>
                </a:solidFill>
                <a:latin typeface="Inter"/>
              </a:rPr>
              <a:t>sơ</a:t>
            </a:r>
            <a:r>
              <a:rPr sz="1500" b="0" i="0" u="none" dirty="0">
                <a:solidFill>
                  <a:srgbClr val="334155"/>
                </a:solidFill>
                <a:latin typeface="Inter"/>
              </a:rPr>
              <a:t> </a:t>
            </a:r>
            <a:r>
              <a:rPr sz="1500" b="0" i="0" u="none" dirty="0" err="1">
                <a:solidFill>
                  <a:srgbClr val="334155"/>
                </a:solidFill>
                <a:latin typeface="Inter"/>
              </a:rPr>
              <a:t>cá</a:t>
            </a:r>
            <a:r>
              <a:rPr sz="1500" b="0" i="0" u="none" dirty="0">
                <a:solidFill>
                  <a:srgbClr val="334155"/>
                </a:solidFill>
                <a:latin typeface="Inter"/>
              </a:rPr>
              <a:t> </a:t>
            </a:r>
            <a:r>
              <a:rPr sz="1500" b="0" i="0" u="none" dirty="0" err="1">
                <a:solidFill>
                  <a:srgbClr val="334155"/>
                </a:solidFill>
                <a:latin typeface="Inter"/>
              </a:rPr>
              <a:t>nhân</a:t>
            </a:r>
            <a:r>
              <a:rPr sz="1500" b="0" i="0" u="none" dirty="0">
                <a:solidFill>
                  <a:srgbClr val="334155"/>
                </a:solidFill>
                <a:latin typeface="Inter"/>
              </a:rPr>
              <a:t>.</a:t>
            </a:r>
          </a:p>
        </p:txBody>
      </p:sp>
      <p:pic>
        <p:nvPicPr>
          <p:cNvPr id="9" name="Picture 8" descr="image.png"/>
          <p:cNvPicPr>
            <a:picLocks noChangeAspect="1"/>
          </p:cNvPicPr>
          <p:nvPr/>
        </p:nvPicPr>
        <p:blipFill>
          <a:blip r:embed="rId7"/>
          <a:stretch>
            <a:fillRect/>
          </a:stretch>
        </p:blipFill>
        <p:spPr>
          <a:xfrm>
            <a:off x="4606974" y="2646164"/>
            <a:ext cx="609600" cy="609600"/>
          </a:xfrm>
          <a:prstGeom prst="rect">
            <a:avLst/>
          </a:prstGeom>
        </p:spPr>
      </p:pic>
      <p:sp>
        <p:nvSpPr>
          <p:cNvPr id="10" name="TextBox 9"/>
          <p:cNvSpPr txBox="1"/>
          <p:nvPr/>
        </p:nvSpPr>
        <p:spPr>
          <a:xfrm>
            <a:off x="4606974" y="3427214"/>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Quản Lý Kho &amp; Sản Phẩm</a:t>
            </a:r>
          </a:p>
        </p:txBody>
      </p:sp>
      <p:sp>
        <p:nvSpPr>
          <p:cNvPr id="11" name="TextBox 10"/>
          <p:cNvSpPr txBox="1"/>
          <p:nvPr/>
        </p:nvSpPr>
        <p:spPr>
          <a:xfrm>
            <a:off x="4606974" y="3827264"/>
            <a:ext cx="2978199" cy="10036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Thêm</a:t>
            </a:r>
            <a:r>
              <a:rPr sz="1500" b="0" i="0" u="none" dirty="0">
                <a:solidFill>
                  <a:srgbClr val="334155"/>
                </a:solidFill>
                <a:latin typeface="Inter"/>
              </a:rPr>
              <a:t>/</a:t>
            </a:r>
            <a:r>
              <a:rPr sz="1500" b="0" i="0" u="none" dirty="0" err="1">
                <a:solidFill>
                  <a:srgbClr val="334155"/>
                </a:solidFill>
                <a:latin typeface="Inter"/>
              </a:rPr>
              <a:t>Sửa</a:t>
            </a:r>
            <a:r>
              <a:rPr sz="1500" b="0" i="0" u="none" dirty="0">
                <a:solidFill>
                  <a:srgbClr val="334155"/>
                </a:solidFill>
                <a:latin typeface="Inter"/>
              </a:rPr>
              <a:t>/</a:t>
            </a:r>
            <a:r>
              <a:rPr sz="1500" b="0" i="0" u="none" dirty="0" err="1">
                <a:solidFill>
                  <a:srgbClr val="334155"/>
                </a:solidFill>
                <a:latin typeface="Inter"/>
              </a:rPr>
              <a:t>Xóa</a:t>
            </a:r>
            <a:r>
              <a:rPr sz="1500" b="0" i="0" u="none" dirty="0">
                <a:solidFill>
                  <a:srgbClr val="334155"/>
                </a:solidFill>
                <a:latin typeface="Inter"/>
              </a:rPr>
              <a:t> </a:t>
            </a:r>
            <a:r>
              <a:rPr sz="1500" b="0" i="0" u="none" dirty="0" err="1">
                <a:solidFill>
                  <a:srgbClr val="334155"/>
                </a:solidFill>
                <a:latin typeface="Inter"/>
              </a:rPr>
              <a:t>sản</a:t>
            </a:r>
            <a:r>
              <a:rPr sz="1500" b="0" i="0" u="none" dirty="0">
                <a:solidFill>
                  <a:srgbClr val="334155"/>
                </a:solidFill>
                <a:latin typeface="Inter"/>
              </a:rPr>
              <a:t> </a:t>
            </a:r>
            <a:r>
              <a:rPr sz="1500" b="0" i="0" u="none" dirty="0" err="1">
                <a:solidFill>
                  <a:srgbClr val="334155"/>
                </a:solidFill>
                <a:latin typeface="Inter"/>
              </a:rPr>
              <a:t>phẩm</a:t>
            </a:r>
            <a:r>
              <a:rPr sz="1500" b="0" i="0" u="none" dirty="0">
                <a:solidFill>
                  <a:srgbClr val="334155"/>
                </a:solidFill>
                <a:latin typeface="Inter"/>
              </a:rPr>
              <a:t>, </a:t>
            </a:r>
            <a:r>
              <a:rPr sz="1500" b="0" i="0" u="none" dirty="0" err="1">
                <a:solidFill>
                  <a:srgbClr val="334155"/>
                </a:solidFill>
                <a:latin typeface="Inter"/>
              </a:rPr>
              <a:t>phân</a:t>
            </a:r>
            <a:r>
              <a:rPr sz="1500" b="0" i="0" u="none" dirty="0">
                <a:solidFill>
                  <a:srgbClr val="334155"/>
                </a:solidFill>
                <a:latin typeface="Inter"/>
              </a:rPr>
              <a:t> </a:t>
            </a:r>
            <a:r>
              <a:rPr sz="1500" b="0" i="0" u="none" dirty="0" err="1">
                <a:solidFill>
                  <a:srgbClr val="334155"/>
                </a:solidFill>
                <a:latin typeface="Inter"/>
              </a:rPr>
              <a:t>loại</a:t>
            </a:r>
            <a:r>
              <a:rPr sz="1500" b="0" i="0" u="none" dirty="0">
                <a:solidFill>
                  <a:srgbClr val="334155"/>
                </a:solidFill>
                <a:latin typeface="Inter"/>
              </a:rPr>
              <a:t> </a:t>
            </a:r>
            <a:r>
              <a:rPr sz="1500" b="0" i="0" u="none" dirty="0" err="1">
                <a:solidFill>
                  <a:srgbClr val="334155"/>
                </a:solidFill>
                <a:latin typeface="Inter"/>
              </a:rPr>
              <a:t>danh</a:t>
            </a:r>
            <a:r>
              <a:rPr sz="1500" b="0" i="0" u="none" dirty="0">
                <a:solidFill>
                  <a:srgbClr val="334155"/>
                </a:solidFill>
                <a:latin typeface="Inter"/>
              </a:rPr>
              <a:t> </a:t>
            </a:r>
            <a:r>
              <a:rPr sz="1500" b="0" i="0" u="none" dirty="0" err="1">
                <a:solidFill>
                  <a:srgbClr val="334155"/>
                </a:solidFill>
                <a:latin typeface="Inter"/>
              </a:rPr>
              <a:t>mục</a:t>
            </a:r>
            <a:r>
              <a:rPr sz="1500" b="0" i="0" u="none" dirty="0">
                <a:solidFill>
                  <a:srgbClr val="334155"/>
                </a:solidFill>
                <a:latin typeface="Inter"/>
              </a:rPr>
              <a:t>, </a:t>
            </a:r>
            <a:r>
              <a:rPr sz="1500" b="0" i="0" u="none" dirty="0" err="1">
                <a:solidFill>
                  <a:srgbClr val="334155"/>
                </a:solidFill>
                <a:latin typeface="Inter"/>
              </a:rPr>
              <a:t>lập</a:t>
            </a:r>
            <a:r>
              <a:rPr sz="1500" b="0" i="0" u="none" dirty="0">
                <a:solidFill>
                  <a:srgbClr val="334155"/>
                </a:solidFill>
                <a:latin typeface="Inter"/>
              </a:rPr>
              <a:t> </a:t>
            </a:r>
            <a:r>
              <a:rPr sz="1500" b="0" i="0" u="none" dirty="0" err="1">
                <a:solidFill>
                  <a:srgbClr val="334155"/>
                </a:solidFill>
                <a:latin typeface="Inter"/>
              </a:rPr>
              <a:t>Phiếu</a:t>
            </a:r>
            <a:r>
              <a:rPr sz="1500" b="0" i="0" u="none" dirty="0">
                <a:solidFill>
                  <a:srgbClr val="334155"/>
                </a:solidFill>
                <a:latin typeface="Inter"/>
              </a:rPr>
              <a:t> </a:t>
            </a:r>
            <a:r>
              <a:rPr sz="1500" b="0" i="0" u="none" dirty="0" err="1">
                <a:solidFill>
                  <a:srgbClr val="334155"/>
                </a:solidFill>
                <a:latin typeface="Inter"/>
              </a:rPr>
              <a:t>Nhập</a:t>
            </a:r>
            <a:r>
              <a:rPr sz="1500" b="0" i="0" u="none" dirty="0">
                <a:solidFill>
                  <a:srgbClr val="334155"/>
                </a:solidFill>
                <a:latin typeface="Inter"/>
              </a:rPr>
              <a:t> / </a:t>
            </a:r>
            <a:r>
              <a:rPr sz="1500" b="0" i="0" u="none" dirty="0" err="1">
                <a:solidFill>
                  <a:srgbClr val="334155"/>
                </a:solidFill>
                <a:latin typeface="Inter"/>
              </a:rPr>
              <a:t>Phiếu</a:t>
            </a:r>
            <a:r>
              <a:rPr sz="1500" b="0" i="0" u="none" dirty="0">
                <a:solidFill>
                  <a:srgbClr val="334155"/>
                </a:solidFill>
                <a:latin typeface="Inter"/>
              </a:rPr>
              <a:t> </a:t>
            </a:r>
            <a:r>
              <a:rPr sz="1500" b="0" i="0" u="none" dirty="0" err="1">
                <a:solidFill>
                  <a:srgbClr val="334155"/>
                </a:solidFill>
                <a:latin typeface="Inter"/>
              </a:rPr>
              <a:t>Xuất</a:t>
            </a:r>
            <a:r>
              <a:rPr sz="1500" b="0" i="0" u="none" dirty="0">
                <a:solidFill>
                  <a:srgbClr val="334155"/>
                </a:solidFill>
                <a:latin typeface="Inter"/>
              </a:rPr>
              <a:t> </a:t>
            </a:r>
            <a:r>
              <a:rPr sz="1500" b="0" i="0" u="none" dirty="0" err="1">
                <a:solidFill>
                  <a:srgbClr val="334155"/>
                </a:solidFill>
                <a:latin typeface="Inter"/>
              </a:rPr>
              <a:t>kho</a:t>
            </a:r>
            <a:r>
              <a:rPr sz="1500" b="0" i="0" u="none" dirty="0">
                <a:solidFill>
                  <a:srgbClr val="334155"/>
                </a:solidFill>
                <a:latin typeface="Inter"/>
              </a:rPr>
              <a:t>, </a:t>
            </a:r>
            <a:r>
              <a:rPr sz="1500" b="0" i="0" u="none" dirty="0" err="1">
                <a:solidFill>
                  <a:srgbClr val="334155"/>
                </a:solidFill>
                <a:latin typeface="Inter"/>
              </a:rPr>
              <a:t>theo</a:t>
            </a:r>
            <a:r>
              <a:rPr sz="1500" b="0" i="0" u="none" dirty="0">
                <a:solidFill>
                  <a:srgbClr val="334155"/>
                </a:solidFill>
                <a:latin typeface="Inter"/>
              </a:rPr>
              <a:t> </a:t>
            </a:r>
            <a:r>
              <a:rPr sz="1500" b="0" i="0" u="none" dirty="0" err="1">
                <a:solidFill>
                  <a:srgbClr val="334155"/>
                </a:solidFill>
                <a:latin typeface="Inter"/>
              </a:rPr>
              <a:t>dõi</a:t>
            </a:r>
            <a:r>
              <a:rPr sz="1500" b="0" i="0" u="none" dirty="0">
                <a:solidFill>
                  <a:srgbClr val="334155"/>
                </a:solidFill>
                <a:latin typeface="Inter"/>
              </a:rPr>
              <a:t> </a:t>
            </a:r>
            <a:r>
              <a:rPr sz="1500" b="0" i="0" u="none" dirty="0" err="1">
                <a:solidFill>
                  <a:srgbClr val="334155"/>
                </a:solidFill>
                <a:latin typeface="Inter"/>
              </a:rPr>
              <a:t>số</a:t>
            </a:r>
            <a:r>
              <a:rPr sz="1500" b="0" i="0" u="none" dirty="0">
                <a:solidFill>
                  <a:srgbClr val="334155"/>
                </a:solidFill>
                <a:latin typeface="Inter"/>
              </a:rPr>
              <a:t> </a:t>
            </a:r>
            <a:r>
              <a:rPr sz="1500" b="0" i="0" u="none" dirty="0" err="1">
                <a:solidFill>
                  <a:srgbClr val="334155"/>
                </a:solidFill>
                <a:latin typeface="Inter"/>
              </a:rPr>
              <a:t>lượng</a:t>
            </a:r>
            <a:r>
              <a:rPr sz="1500" b="0" i="0" u="none" dirty="0">
                <a:solidFill>
                  <a:srgbClr val="334155"/>
                </a:solidFill>
                <a:latin typeface="Inter"/>
              </a:rPr>
              <a:t> </a:t>
            </a:r>
            <a:r>
              <a:rPr sz="1500" b="0" i="0" u="none" dirty="0" err="1">
                <a:solidFill>
                  <a:srgbClr val="334155"/>
                </a:solidFill>
                <a:latin typeface="Inter"/>
              </a:rPr>
              <a:t>tồn</a:t>
            </a:r>
            <a:r>
              <a:rPr sz="1500" b="0" i="0" u="none" dirty="0">
                <a:solidFill>
                  <a:srgbClr val="334155"/>
                </a:solidFill>
                <a:latin typeface="Inter"/>
              </a:rPr>
              <a:t> </a:t>
            </a:r>
            <a:r>
              <a:rPr sz="1500" b="0" i="0" u="none" dirty="0" err="1">
                <a:solidFill>
                  <a:srgbClr val="334155"/>
                </a:solidFill>
                <a:latin typeface="Inter"/>
              </a:rPr>
              <a:t>kho</a:t>
            </a:r>
            <a:r>
              <a:rPr sz="1500" b="0" i="0" u="none" dirty="0">
                <a:solidFill>
                  <a:srgbClr val="334155"/>
                </a:solidFill>
                <a:latin typeface="Inter"/>
              </a:rPr>
              <a:t> </a:t>
            </a:r>
            <a:r>
              <a:rPr sz="1500" b="0" i="0" u="none" dirty="0" err="1">
                <a:solidFill>
                  <a:srgbClr val="334155"/>
                </a:solidFill>
                <a:latin typeface="Inter"/>
              </a:rPr>
              <a:t>theo</a:t>
            </a:r>
            <a:r>
              <a:rPr sz="1500" b="0" i="0" u="none" dirty="0">
                <a:solidFill>
                  <a:srgbClr val="334155"/>
                </a:solidFill>
                <a:latin typeface="Inter"/>
              </a:rPr>
              <a:t> </a:t>
            </a:r>
            <a:r>
              <a:rPr sz="1500" b="0" i="0" u="none" dirty="0" err="1">
                <a:solidFill>
                  <a:srgbClr val="334155"/>
                </a:solidFill>
                <a:latin typeface="Inter"/>
              </a:rPr>
              <a:t>thời</a:t>
            </a:r>
            <a:r>
              <a:rPr sz="1500" b="0" i="0" u="none" dirty="0">
                <a:solidFill>
                  <a:srgbClr val="334155"/>
                </a:solidFill>
                <a:latin typeface="Inter"/>
              </a:rPr>
              <a:t> </a:t>
            </a:r>
            <a:r>
              <a:rPr sz="1500" b="0" i="0" u="none" dirty="0" err="1">
                <a:solidFill>
                  <a:srgbClr val="334155"/>
                </a:solidFill>
                <a:latin typeface="Inter"/>
              </a:rPr>
              <a:t>gian</a:t>
            </a:r>
            <a:r>
              <a:rPr sz="1500" b="0" i="0" u="none" dirty="0">
                <a:solidFill>
                  <a:srgbClr val="334155"/>
                </a:solidFill>
                <a:latin typeface="Inter"/>
              </a:rPr>
              <a:t> </a:t>
            </a:r>
            <a:r>
              <a:rPr sz="1500" b="0" i="0" u="none" dirty="0" err="1">
                <a:solidFill>
                  <a:srgbClr val="334155"/>
                </a:solidFill>
                <a:latin typeface="Inter"/>
              </a:rPr>
              <a:t>thực</a:t>
            </a:r>
            <a:r>
              <a:rPr sz="1500" b="0" i="0" u="none" dirty="0">
                <a:solidFill>
                  <a:srgbClr val="334155"/>
                </a:solidFill>
                <a:latin typeface="Inter"/>
              </a:rPr>
              <a:t>.</a:t>
            </a:r>
          </a:p>
        </p:txBody>
      </p:sp>
      <p:pic>
        <p:nvPicPr>
          <p:cNvPr id="12" name="Picture 11" descr="image.png"/>
          <p:cNvPicPr>
            <a:picLocks noChangeAspect="1"/>
          </p:cNvPicPr>
          <p:nvPr/>
        </p:nvPicPr>
        <p:blipFill>
          <a:blip r:embed="rId8"/>
          <a:stretch>
            <a:fillRect/>
          </a:stretch>
        </p:blipFill>
        <p:spPr>
          <a:xfrm>
            <a:off x="8366224" y="2646164"/>
            <a:ext cx="609600" cy="609600"/>
          </a:xfrm>
          <a:prstGeom prst="rect">
            <a:avLst/>
          </a:prstGeom>
        </p:spPr>
      </p:pic>
      <p:sp>
        <p:nvSpPr>
          <p:cNvPr id="13" name="TextBox 12"/>
          <p:cNvSpPr txBox="1"/>
          <p:nvPr/>
        </p:nvSpPr>
        <p:spPr>
          <a:xfrm>
            <a:off x="8366224" y="3427214"/>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Quản Trị &amp; Báo Cáo</a:t>
            </a:r>
          </a:p>
        </p:txBody>
      </p:sp>
      <p:sp>
        <p:nvSpPr>
          <p:cNvPr id="14" name="TextBox 13"/>
          <p:cNvSpPr txBox="1"/>
          <p:nvPr/>
        </p:nvSpPr>
        <p:spPr>
          <a:xfrm>
            <a:off x="8366224" y="3827264"/>
            <a:ext cx="2978199" cy="1003696"/>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Duyệt đơn hàng, quản lý danh sách người dùng, theo dõi công nợ (ChiTietCongNo), xuất báo cáo doanh thu và sao lưu CSDL.</a:t>
            </a:r>
          </a:p>
        </p:txBody>
      </p:sp>
      <p:pic>
        <p:nvPicPr>
          <p:cNvPr id="15" name="Picture 14" descr="image.png"/>
          <p:cNvPicPr>
            <a:picLocks noChangeAspect="1"/>
          </p:cNvPicPr>
          <p:nvPr/>
        </p:nvPicPr>
        <p:blipFill>
          <a:blip r:embed="rId9"/>
          <a:stretch>
            <a:fillRect/>
          </a:stretch>
        </p:blipFill>
        <p:spPr>
          <a:xfrm>
            <a:off x="957262" y="2779514"/>
            <a:ext cx="390525" cy="342900"/>
          </a:xfrm>
          <a:prstGeom prst="rect">
            <a:avLst/>
          </a:prstGeom>
        </p:spPr>
      </p:pic>
      <p:pic>
        <p:nvPicPr>
          <p:cNvPr id="16" name="Picture 15" descr="image.png"/>
          <p:cNvPicPr>
            <a:picLocks noChangeAspect="1"/>
          </p:cNvPicPr>
          <p:nvPr/>
        </p:nvPicPr>
        <p:blipFill>
          <a:blip r:embed="rId10"/>
          <a:stretch>
            <a:fillRect/>
          </a:stretch>
        </p:blipFill>
        <p:spPr>
          <a:xfrm>
            <a:off x="4716512" y="2779514"/>
            <a:ext cx="390525" cy="342900"/>
          </a:xfrm>
          <a:prstGeom prst="rect">
            <a:avLst/>
          </a:prstGeom>
        </p:spPr>
      </p:pic>
      <p:pic>
        <p:nvPicPr>
          <p:cNvPr id="17" name="Picture 16" descr="image.png"/>
          <p:cNvPicPr>
            <a:picLocks noChangeAspect="1"/>
          </p:cNvPicPr>
          <p:nvPr/>
        </p:nvPicPr>
        <p:blipFill>
          <a:blip r:embed="rId11"/>
          <a:stretch>
            <a:fillRect/>
          </a:stretch>
        </p:blipFill>
        <p:spPr>
          <a:xfrm>
            <a:off x="8475761" y="2779514"/>
            <a:ext cx="390525" cy="342900"/>
          </a:xfrm>
          <a:prstGeom prst="rect">
            <a:avLst/>
          </a:prstGeom>
        </p:spPr>
      </p:pic>
      <p:sp>
        <p:nvSpPr>
          <p:cNvPr id="18" name="TextBox 17"/>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Sơ Đồ Phân Cấp Chức Năng (BFD)</a:t>
            </a:r>
          </a:p>
        </p:txBody>
      </p:sp>
      <p:sp>
        <p:nvSpPr>
          <p:cNvPr id="19" name="Rectangle 18"/>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23900" y="476250"/>
            <a:ext cx="5640705" cy="428625"/>
          </a:xfrm>
          <a:prstGeom prst="rect">
            <a:avLst/>
          </a:prstGeom>
          <a:noFill/>
        </p:spPr>
        <p:txBody>
          <a:bodyPr wrap="square" lIns="0" tIns="0" rIns="0" bIns="0" anchor="t">
            <a:spAutoFit/>
          </a:bodyPr>
          <a:lstStyle/>
          <a:p>
            <a:pPr algn="l"/>
            <a:r>
              <a:rPr sz="2700" b="1" i="0" u="none">
                <a:solidFill>
                  <a:srgbClr val="1E1B4B"/>
                </a:solidFill>
                <a:latin typeface="Plus Jakarta Sans"/>
              </a:rPr>
              <a:t>Thiết Kế Cơ Sở Dữ Liệu (ERD)</a:t>
            </a:r>
          </a:p>
        </p:txBody>
      </p:sp>
      <p:sp>
        <p:nvSpPr>
          <p:cNvPr id="4" name="Rectangle 3"/>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096000" y="0"/>
            <a:ext cx="6096000" cy="6858000"/>
          </a:xfrm>
          <a:prstGeom prst="rect">
            <a:avLst/>
          </a:prstGeom>
        </p:spPr>
      </p:pic>
      <p:sp>
        <p:nvSpPr>
          <p:cNvPr id="6" name="TextBox 5"/>
          <p:cNvSpPr txBox="1"/>
          <p:nvPr/>
        </p:nvSpPr>
        <p:spPr>
          <a:xfrm>
            <a:off x="571500" y="2666404"/>
            <a:ext cx="5800725"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Cấu Trúc CSDL Quan Hệ</a:t>
            </a:r>
          </a:p>
        </p:txBody>
      </p:sp>
      <p:sp>
        <p:nvSpPr>
          <p:cNvPr id="7" name="TextBox 6"/>
          <p:cNvSpPr txBox="1"/>
          <p:nvPr/>
        </p:nvSpPr>
        <p:spPr>
          <a:xfrm>
            <a:off x="571500" y="3066454"/>
            <a:ext cx="5524500" cy="776882"/>
          </a:xfrm>
          <a:prstGeom prst="rect">
            <a:avLst/>
          </a:prstGeom>
          <a:noFill/>
        </p:spPr>
        <p:txBody>
          <a:bodyPr wrap="square" lIns="0" tIns="0" rIns="0" bIns="0" anchor="t">
            <a:spAutoFit/>
          </a:bodyPr>
          <a:lstStyle/>
          <a:p>
            <a:pPr algn="l">
              <a:lnSpc>
                <a:spcPts val="2039"/>
              </a:lnSpc>
            </a:pP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thống</a:t>
            </a:r>
            <a:r>
              <a:rPr sz="1500" b="0" i="0" u="none" dirty="0">
                <a:solidFill>
                  <a:srgbClr val="334155"/>
                </a:solidFill>
                <a:latin typeface="Inter"/>
              </a:rPr>
              <a:t> </a:t>
            </a:r>
            <a:r>
              <a:rPr sz="1500" b="0" i="0" u="none" dirty="0" err="1">
                <a:solidFill>
                  <a:srgbClr val="334155"/>
                </a:solidFill>
                <a:latin typeface="Inter"/>
              </a:rPr>
              <a:t>được</a:t>
            </a:r>
            <a:r>
              <a:rPr sz="1500" b="0" i="0" u="none" dirty="0">
                <a:solidFill>
                  <a:srgbClr val="334155"/>
                </a:solidFill>
                <a:latin typeface="Inter"/>
              </a:rPr>
              <a:t> </a:t>
            </a:r>
            <a:r>
              <a:rPr sz="1500" b="0" i="0" u="none" dirty="0" err="1">
                <a:solidFill>
                  <a:srgbClr val="334155"/>
                </a:solidFill>
                <a:latin typeface="Inter"/>
              </a:rPr>
              <a:t>thiết</a:t>
            </a:r>
            <a:r>
              <a:rPr sz="1500" b="0" i="0" u="none" dirty="0">
                <a:solidFill>
                  <a:srgbClr val="334155"/>
                </a:solidFill>
                <a:latin typeface="Inter"/>
              </a:rPr>
              <a:t> </a:t>
            </a:r>
            <a:r>
              <a:rPr sz="1500" b="0" i="0" u="none" dirty="0" err="1">
                <a:solidFill>
                  <a:srgbClr val="334155"/>
                </a:solidFill>
                <a:latin typeface="Inter"/>
              </a:rPr>
              <a:t>kế</a:t>
            </a:r>
            <a:r>
              <a:rPr sz="1500" b="0" i="0" u="none" dirty="0">
                <a:solidFill>
                  <a:srgbClr val="334155"/>
                </a:solidFill>
                <a:latin typeface="Inter"/>
              </a:rPr>
              <a:t> </a:t>
            </a:r>
            <a:r>
              <a:rPr sz="1500" b="0" i="0" u="none" dirty="0" err="1">
                <a:solidFill>
                  <a:srgbClr val="334155"/>
                </a:solidFill>
                <a:latin typeface="Inter"/>
              </a:rPr>
              <a:t>chuẩn</a:t>
            </a:r>
            <a:r>
              <a:rPr sz="1500" b="0" i="0" u="none" dirty="0">
                <a:solidFill>
                  <a:srgbClr val="334155"/>
                </a:solidFill>
                <a:latin typeface="Inter"/>
              </a:rPr>
              <a:t> </a:t>
            </a:r>
            <a:r>
              <a:rPr sz="1500" b="0" i="0" u="none" dirty="0" err="1">
                <a:solidFill>
                  <a:srgbClr val="334155"/>
                </a:solidFill>
                <a:latin typeface="Inter"/>
              </a:rPr>
              <a:t>hóa</a:t>
            </a:r>
            <a:r>
              <a:rPr sz="1500" b="0" i="0" u="none" dirty="0">
                <a:solidFill>
                  <a:srgbClr val="334155"/>
                </a:solidFill>
                <a:latin typeface="Inter"/>
              </a:rPr>
              <a:t> </a:t>
            </a:r>
            <a:r>
              <a:rPr sz="1500" b="0" i="0" u="none" dirty="0" err="1">
                <a:solidFill>
                  <a:srgbClr val="334155"/>
                </a:solidFill>
                <a:latin typeface="Inter"/>
              </a:rPr>
              <a:t>với</a:t>
            </a:r>
            <a:r>
              <a:rPr sz="1500" b="0" i="0" u="none" dirty="0">
                <a:solidFill>
                  <a:srgbClr val="334155"/>
                </a:solidFill>
                <a:latin typeface="Inter"/>
              </a:rPr>
              <a:t> </a:t>
            </a:r>
            <a:r>
              <a:rPr sz="1500" b="0" i="0" u="none" dirty="0" err="1">
                <a:solidFill>
                  <a:srgbClr val="334155"/>
                </a:solidFill>
                <a:latin typeface="Inter"/>
              </a:rPr>
              <a:t>các</a:t>
            </a:r>
            <a:r>
              <a:rPr sz="1500" b="0" i="0" u="none" dirty="0">
                <a:solidFill>
                  <a:srgbClr val="334155"/>
                </a:solidFill>
                <a:latin typeface="Inter"/>
              </a:rPr>
              <a:t> </a:t>
            </a:r>
            <a:r>
              <a:rPr sz="1500" b="0" i="0" u="none" dirty="0" err="1">
                <a:solidFill>
                  <a:srgbClr val="334155"/>
                </a:solidFill>
                <a:latin typeface="Inter"/>
              </a:rPr>
              <a:t>thực</a:t>
            </a:r>
            <a:r>
              <a:rPr sz="1500" b="0" i="0" u="none" dirty="0">
                <a:solidFill>
                  <a:srgbClr val="334155"/>
                </a:solidFill>
                <a:latin typeface="Inter"/>
              </a:rPr>
              <a:t> </a:t>
            </a:r>
            <a:r>
              <a:rPr sz="1500" b="0" i="0" u="none" dirty="0" err="1">
                <a:solidFill>
                  <a:srgbClr val="334155"/>
                </a:solidFill>
                <a:latin typeface="Inter"/>
              </a:rPr>
              <a:t>thể</a:t>
            </a:r>
            <a:r>
              <a:rPr sz="1500" b="0" i="0" u="none" dirty="0">
                <a:solidFill>
                  <a:srgbClr val="334155"/>
                </a:solidFill>
                <a:latin typeface="Inter"/>
              </a:rPr>
              <a:t> </a:t>
            </a:r>
            <a:r>
              <a:rPr sz="1500" b="0" i="0" u="none" dirty="0" err="1">
                <a:solidFill>
                  <a:srgbClr val="334155"/>
                </a:solidFill>
                <a:latin typeface="Inter"/>
              </a:rPr>
              <a:t>quan</a:t>
            </a:r>
            <a:r>
              <a:rPr sz="1500" b="0" i="0" u="none" dirty="0">
                <a:solidFill>
                  <a:srgbClr val="334155"/>
                </a:solidFill>
                <a:latin typeface="Inter"/>
              </a:rPr>
              <a:t> </a:t>
            </a:r>
            <a:r>
              <a:rPr sz="1500" b="0" i="0" u="none" dirty="0" err="1">
                <a:solidFill>
                  <a:srgbClr val="334155"/>
                </a:solidFill>
                <a:latin typeface="Inter"/>
              </a:rPr>
              <a:t>trọng</a:t>
            </a:r>
            <a:r>
              <a:rPr sz="1500" b="0" i="0" u="none" dirty="0">
                <a:solidFill>
                  <a:srgbClr val="334155"/>
                </a:solidFill>
                <a:latin typeface="Inter"/>
              </a:rPr>
              <a:t> </a:t>
            </a:r>
            <a:r>
              <a:rPr sz="1500" b="0" i="0" u="none" dirty="0" err="1">
                <a:solidFill>
                  <a:srgbClr val="334155"/>
                </a:solidFill>
                <a:latin typeface="Inter"/>
              </a:rPr>
              <a:t>bao</a:t>
            </a:r>
            <a:r>
              <a:rPr sz="1500" b="0" i="0" u="none" dirty="0">
                <a:solidFill>
                  <a:srgbClr val="334155"/>
                </a:solidFill>
                <a:latin typeface="Inter"/>
              </a:rPr>
              <a:t> </a:t>
            </a:r>
            <a:r>
              <a:rPr sz="1500" b="0" i="0" u="none" dirty="0" err="1">
                <a:solidFill>
                  <a:srgbClr val="334155"/>
                </a:solidFill>
                <a:latin typeface="Inter"/>
              </a:rPr>
              <a:t>gồm</a:t>
            </a:r>
            <a:r>
              <a:rPr sz="1500" b="0" i="0" u="none" dirty="0">
                <a:solidFill>
                  <a:srgbClr val="334155"/>
                </a:solidFill>
                <a:latin typeface="Inter"/>
              </a:rPr>
              <a:t> </a:t>
            </a:r>
            <a:r>
              <a:rPr sz="1500" b="0" i="0" u="none" dirty="0" err="1">
                <a:solidFill>
                  <a:srgbClr val="334155"/>
                </a:solidFill>
                <a:latin typeface="Inter"/>
              </a:rPr>
              <a:t>KhachHang</a:t>
            </a:r>
            <a:r>
              <a:rPr sz="1500" b="0" i="0" u="none" dirty="0">
                <a:solidFill>
                  <a:srgbClr val="334155"/>
                </a:solidFill>
                <a:latin typeface="Inter"/>
              </a:rPr>
              <a:t>, </a:t>
            </a:r>
            <a:r>
              <a:rPr sz="1500" b="0" i="0" u="none" dirty="0" err="1">
                <a:solidFill>
                  <a:srgbClr val="334155"/>
                </a:solidFill>
                <a:latin typeface="Inter"/>
              </a:rPr>
              <a:t>SanPham</a:t>
            </a:r>
            <a:r>
              <a:rPr sz="1500" b="0" i="0" u="none" dirty="0">
                <a:solidFill>
                  <a:srgbClr val="334155"/>
                </a:solidFill>
                <a:latin typeface="Inter"/>
              </a:rPr>
              <a:t>, </a:t>
            </a:r>
            <a:r>
              <a:rPr sz="1500" b="0" i="0" u="none" dirty="0" err="1">
                <a:solidFill>
                  <a:srgbClr val="334155"/>
                </a:solidFill>
                <a:latin typeface="Inter"/>
              </a:rPr>
              <a:t>DonHang</a:t>
            </a:r>
            <a:r>
              <a:rPr sz="1500" b="0" i="0" u="none" dirty="0">
                <a:solidFill>
                  <a:srgbClr val="334155"/>
                </a:solidFill>
                <a:latin typeface="Inter"/>
              </a:rPr>
              <a:t>, </a:t>
            </a:r>
            <a:r>
              <a:rPr sz="1500" b="0" i="0" u="none" dirty="0" err="1">
                <a:solidFill>
                  <a:srgbClr val="334155"/>
                </a:solidFill>
                <a:latin typeface="Inter"/>
              </a:rPr>
              <a:t>ChiTietDonHang</a:t>
            </a:r>
            <a:r>
              <a:rPr sz="1500" b="0" i="0" u="none" dirty="0">
                <a:solidFill>
                  <a:srgbClr val="334155"/>
                </a:solidFill>
                <a:latin typeface="Inter"/>
              </a:rPr>
              <a:t>, </a:t>
            </a:r>
            <a:r>
              <a:rPr sz="1500" b="0" i="0" u="none" dirty="0" err="1">
                <a:solidFill>
                  <a:srgbClr val="334155"/>
                </a:solidFill>
                <a:latin typeface="Inter"/>
              </a:rPr>
              <a:t>GioHang</a:t>
            </a:r>
            <a:r>
              <a:rPr sz="1500" b="0" i="0" u="none" dirty="0">
                <a:solidFill>
                  <a:srgbClr val="334155"/>
                </a:solidFill>
                <a:latin typeface="Inter"/>
              </a:rPr>
              <a:t>, </a:t>
            </a:r>
            <a:r>
              <a:rPr sz="1500" b="0" i="0" u="none" dirty="0" err="1">
                <a:solidFill>
                  <a:srgbClr val="334155"/>
                </a:solidFill>
                <a:latin typeface="Inter"/>
              </a:rPr>
              <a:t>PhieuNhap</a:t>
            </a:r>
            <a:r>
              <a:rPr sz="1500" b="0" i="0" u="none" dirty="0">
                <a:solidFill>
                  <a:srgbClr val="334155"/>
                </a:solidFill>
                <a:latin typeface="Inter"/>
              </a:rPr>
              <a:t>, </a:t>
            </a:r>
            <a:r>
              <a:rPr sz="1500" b="0" i="0" u="none" dirty="0" err="1">
                <a:solidFill>
                  <a:srgbClr val="334155"/>
                </a:solidFill>
                <a:latin typeface="Inter"/>
              </a:rPr>
              <a:t>CongNo</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Backup_History</a:t>
            </a:r>
            <a:r>
              <a:rPr sz="1500" b="0" i="0" u="none" dirty="0">
                <a:solidFill>
                  <a:srgbClr val="334155"/>
                </a:solidFill>
                <a:latin typeface="Inter"/>
              </a:rPr>
              <a:t>.</a:t>
            </a:r>
          </a:p>
        </p:txBody>
      </p:sp>
      <p:sp>
        <p:nvSpPr>
          <p:cNvPr id="8" name="TextBox 7"/>
          <p:cNvSpPr txBox="1"/>
          <p:nvPr/>
        </p:nvSpPr>
        <p:spPr>
          <a:xfrm>
            <a:off x="571500" y="3995737"/>
            <a:ext cx="5524500" cy="776882"/>
          </a:xfrm>
          <a:prstGeom prst="rect">
            <a:avLst/>
          </a:prstGeom>
          <a:noFill/>
        </p:spPr>
        <p:txBody>
          <a:bodyPr wrap="square" lIns="0" tIns="0" rIns="0" bIns="0" anchor="t">
            <a:spAutoFit/>
          </a:bodyPr>
          <a:lstStyle/>
          <a:p>
            <a:pPr algn="l">
              <a:lnSpc>
                <a:spcPts val="2039"/>
              </a:lnSpc>
            </a:pPr>
            <a:r>
              <a:rPr sz="1500" b="0" i="0" u="none" dirty="0" err="1">
                <a:solidFill>
                  <a:srgbClr val="334155"/>
                </a:solidFill>
                <a:latin typeface="Inter"/>
              </a:rPr>
              <a:t>Các</a:t>
            </a:r>
            <a:r>
              <a:rPr sz="1500" b="0" i="0" u="none" dirty="0">
                <a:solidFill>
                  <a:srgbClr val="334155"/>
                </a:solidFill>
                <a:latin typeface="Inter"/>
              </a:rPr>
              <a:t> </a:t>
            </a:r>
            <a:r>
              <a:rPr sz="1500" b="0" i="0" u="none" dirty="0" err="1">
                <a:solidFill>
                  <a:srgbClr val="334155"/>
                </a:solidFill>
                <a:latin typeface="Inter"/>
              </a:rPr>
              <a:t>khóa</a:t>
            </a:r>
            <a:r>
              <a:rPr sz="1500" b="0" i="0" u="none" dirty="0">
                <a:solidFill>
                  <a:srgbClr val="334155"/>
                </a:solidFill>
                <a:latin typeface="Inter"/>
              </a:rPr>
              <a:t> </a:t>
            </a:r>
            <a:r>
              <a:rPr sz="1500" b="0" i="0" u="none" dirty="0" err="1">
                <a:solidFill>
                  <a:srgbClr val="334155"/>
                </a:solidFill>
                <a:latin typeface="Inter"/>
              </a:rPr>
              <a:t>chính</a:t>
            </a:r>
            <a:r>
              <a:rPr sz="1500" b="0" i="0" u="none" dirty="0">
                <a:solidFill>
                  <a:srgbClr val="334155"/>
                </a:solidFill>
                <a:latin typeface="Inter"/>
              </a:rPr>
              <a:t>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khóa</a:t>
            </a:r>
            <a:r>
              <a:rPr sz="1500" b="0" i="0" u="none" dirty="0">
                <a:solidFill>
                  <a:srgbClr val="334155"/>
                </a:solidFill>
                <a:latin typeface="Inter"/>
              </a:rPr>
              <a:t> </a:t>
            </a:r>
            <a:r>
              <a:rPr sz="1500" b="0" i="0" u="none" dirty="0" err="1">
                <a:solidFill>
                  <a:srgbClr val="334155"/>
                </a:solidFill>
                <a:latin typeface="Inter"/>
              </a:rPr>
              <a:t>ngoại</a:t>
            </a:r>
            <a:r>
              <a:rPr sz="1500" b="0" i="0" u="none" dirty="0">
                <a:solidFill>
                  <a:srgbClr val="334155"/>
                </a:solidFill>
                <a:latin typeface="Inter"/>
              </a:rPr>
              <a:t> </a:t>
            </a:r>
            <a:r>
              <a:rPr sz="1500" b="0" i="0" u="none" dirty="0" err="1">
                <a:solidFill>
                  <a:srgbClr val="334155"/>
                </a:solidFill>
                <a:latin typeface="Inter"/>
              </a:rPr>
              <a:t>được</a:t>
            </a:r>
            <a:r>
              <a:rPr sz="1500" b="0" i="0" u="none" dirty="0">
                <a:solidFill>
                  <a:srgbClr val="334155"/>
                </a:solidFill>
                <a:latin typeface="Inter"/>
              </a:rPr>
              <a:t> </a:t>
            </a:r>
            <a:r>
              <a:rPr sz="1500" b="0" i="0" u="none" dirty="0" err="1">
                <a:solidFill>
                  <a:srgbClr val="334155"/>
                </a:solidFill>
                <a:latin typeface="Inter"/>
              </a:rPr>
              <a:t>ràng</a:t>
            </a:r>
            <a:r>
              <a:rPr sz="1500" b="0" i="0" u="none" dirty="0">
                <a:solidFill>
                  <a:srgbClr val="334155"/>
                </a:solidFill>
                <a:latin typeface="Inter"/>
              </a:rPr>
              <a:t> </a:t>
            </a:r>
            <a:r>
              <a:rPr sz="1500" b="0" i="0" u="none" dirty="0" err="1">
                <a:solidFill>
                  <a:srgbClr val="334155"/>
                </a:solidFill>
                <a:latin typeface="Inter"/>
              </a:rPr>
              <a:t>buộc</a:t>
            </a:r>
            <a:r>
              <a:rPr sz="1500" b="0" i="0" u="none" dirty="0">
                <a:solidFill>
                  <a:srgbClr val="334155"/>
                </a:solidFill>
                <a:latin typeface="Inter"/>
              </a:rPr>
              <a:t> </a:t>
            </a:r>
            <a:r>
              <a:rPr sz="1500" b="0" i="0" u="none" dirty="0" err="1">
                <a:solidFill>
                  <a:srgbClr val="334155"/>
                </a:solidFill>
                <a:latin typeface="Inter"/>
              </a:rPr>
              <a:t>chặt</a:t>
            </a:r>
            <a:r>
              <a:rPr sz="1500" b="0" i="0" u="none" dirty="0">
                <a:solidFill>
                  <a:srgbClr val="334155"/>
                </a:solidFill>
                <a:latin typeface="Inter"/>
              </a:rPr>
              <a:t> </a:t>
            </a:r>
            <a:r>
              <a:rPr sz="1500" b="0" i="0" u="none" dirty="0" err="1">
                <a:solidFill>
                  <a:srgbClr val="334155"/>
                </a:solidFill>
                <a:latin typeface="Inter"/>
              </a:rPr>
              <a:t>chẽ</a:t>
            </a:r>
            <a:r>
              <a:rPr sz="1500" b="0" i="0" u="none" dirty="0">
                <a:solidFill>
                  <a:srgbClr val="334155"/>
                </a:solidFill>
                <a:latin typeface="Inter"/>
              </a:rPr>
              <a:t>, </a:t>
            </a:r>
            <a:r>
              <a:rPr sz="1500" b="0" i="0" u="none" dirty="0" err="1">
                <a:solidFill>
                  <a:srgbClr val="334155"/>
                </a:solidFill>
                <a:latin typeface="Inter"/>
              </a:rPr>
              <a:t>đảm</a:t>
            </a:r>
            <a:r>
              <a:rPr sz="1500" b="0" i="0" u="none" dirty="0">
                <a:solidFill>
                  <a:srgbClr val="334155"/>
                </a:solidFill>
                <a:latin typeface="Inter"/>
              </a:rPr>
              <a:t> </a:t>
            </a:r>
            <a:r>
              <a:rPr sz="1500" b="0" i="0" u="none" dirty="0" err="1">
                <a:solidFill>
                  <a:srgbClr val="334155"/>
                </a:solidFill>
                <a:latin typeface="Inter"/>
              </a:rPr>
              <a:t>bảo</a:t>
            </a:r>
            <a:r>
              <a:rPr sz="1500" b="0" i="0" u="none" dirty="0">
                <a:solidFill>
                  <a:srgbClr val="334155"/>
                </a:solidFill>
                <a:latin typeface="Inter"/>
              </a:rPr>
              <a:t> </a:t>
            </a:r>
            <a:r>
              <a:rPr sz="1500" b="0" i="0" u="none" dirty="0" err="1">
                <a:solidFill>
                  <a:srgbClr val="334155"/>
                </a:solidFill>
                <a:latin typeface="Inter"/>
              </a:rPr>
              <a:t>tính</a:t>
            </a:r>
            <a:r>
              <a:rPr sz="1500" b="0" i="0" u="none" dirty="0">
                <a:solidFill>
                  <a:srgbClr val="334155"/>
                </a:solidFill>
                <a:latin typeface="Inter"/>
              </a:rPr>
              <a:t> </a:t>
            </a:r>
            <a:r>
              <a:rPr sz="1500" b="0" i="0" u="none" dirty="0" err="1">
                <a:solidFill>
                  <a:srgbClr val="334155"/>
                </a:solidFill>
                <a:latin typeface="Inter"/>
              </a:rPr>
              <a:t>toàn</a:t>
            </a:r>
            <a:r>
              <a:rPr sz="1500" b="0" i="0" u="none" dirty="0">
                <a:solidFill>
                  <a:srgbClr val="334155"/>
                </a:solidFill>
                <a:latin typeface="Inter"/>
              </a:rPr>
              <a:t> </a:t>
            </a:r>
            <a:r>
              <a:rPr sz="1500" b="0" i="0" u="none" dirty="0" err="1">
                <a:solidFill>
                  <a:srgbClr val="334155"/>
                </a:solidFill>
                <a:latin typeface="Inter"/>
              </a:rPr>
              <a:t>vẹn</a:t>
            </a:r>
            <a:r>
              <a:rPr sz="1500" b="0" i="0" u="none" dirty="0">
                <a:solidFill>
                  <a:srgbClr val="334155"/>
                </a:solidFill>
                <a:latin typeface="Inter"/>
              </a:rPr>
              <a:t> </a:t>
            </a:r>
            <a:r>
              <a:rPr sz="1500" b="0" i="0" u="none" dirty="0" err="1">
                <a:solidFill>
                  <a:srgbClr val="334155"/>
                </a:solidFill>
                <a:latin typeface="Inter"/>
              </a:rPr>
              <a:t>dữ</a:t>
            </a:r>
            <a:r>
              <a:rPr sz="1500" b="0" i="0" u="none" dirty="0">
                <a:solidFill>
                  <a:srgbClr val="334155"/>
                </a:solidFill>
                <a:latin typeface="Inter"/>
              </a:rPr>
              <a:t> </a:t>
            </a:r>
            <a:r>
              <a:rPr sz="1500" b="0" i="0" u="none" dirty="0" err="1">
                <a:solidFill>
                  <a:srgbClr val="334155"/>
                </a:solidFill>
                <a:latin typeface="Inter"/>
              </a:rPr>
              <a:t>liệu</a:t>
            </a:r>
            <a:r>
              <a:rPr sz="1500" b="0" i="0" u="none" dirty="0">
                <a:solidFill>
                  <a:srgbClr val="334155"/>
                </a:solidFill>
                <a:latin typeface="Inter"/>
              </a:rPr>
              <a:t> </a:t>
            </a:r>
            <a:r>
              <a:rPr sz="1500" b="0" i="0" u="none" dirty="0" err="1">
                <a:solidFill>
                  <a:srgbClr val="334155"/>
                </a:solidFill>
                <a:latin typeface="Inter"/>
              </a:rPr>
              <a:t>tuyệt</a:t>
            </a:r>
            <a:r>
              <a:rPr sz="1500" b="0" i="0" u="none" dirty="0">
                <a:solidFill>
                  <a:srgbClr val="334155"/>
                </a:solidFill>
                <a:latin typeface="Inter"/>
              </a:rPr>
              <a:t> </a:t>
            </a:r>
            <a:r>
              <a:rPr sz="1500" b="0" i="0" u="none" dirty="0" err="1">
                <a:solidFill>
                  <a:srgbClr val="334155"/>
                </a:solidFill>
                <a:latin typeface="Inter"/>
              </a:rPr>
              <a:t>đối</a:t>
            </a:r>
            <a:r>
              <a:rPr sz="1500" b="0" i="0" u="none" dirty="0">
                <a:solidFill>
                  <a:srgbClr val="334155"/>
                </a:solidFill>
                <a:latin typeface="Inter"/>
              </a:rPr>
              <a:t> </a:t>
            </a:r>
            <a:r>
              <a:rPr sz="1500" b="0" i="0" u="none" dirty="0" err="1">
                <a:solidFill>
                  <a:srgbClr val="334155"/>
                </a:solidFill>
                <a:latin typeface="Inter"/>
              </a:rPr>
              <a:t>khi</a:t>
            </a:r>
            <a:r>
              <a:rPr sz="1500" b="0" i="0" u="none" dirty="0">
                <a:solidFill>
                  <a:srgbClr val="334155"/>
                </a:solidFill>
                <a:latin typeface="Inter"/>
              </a:rPr>
              <a:t> </a:t>
            </a:r>
            <a:r>
              <a:rPr sz="1500" b="0" i="0" u="none" dirty="0" err="1">
                <a:solidFill>
                  <a:srgbClr val="334155"/>
                </a:solidFill>
                <a:latin typeface="Inter"/>
              </a:rPr>
              <a:t>thực</a:t>
            </a:r>
            <a:r>
              <a:rPr sz="1500" b="0" i="0" u="none" dirty="0">
                <a:solidFill>
                  <a:srgbClr val="334155"/>
                </a:solidFill>
                <a:latin typeface="Inter"/>
              </a:rPr>
              <a:t> </a:t>
            </a:r>
            <a:r>
              <a:rPr sz="1500" b="0" i="0" u="none" dirty="0" err="1">
                <a:solidFill>
                  <a:srgbClr val="334155"/>
                </a:solidFill>
                <a:latin typeface="Inter"/>
              </a:rPr>
              <a:t>hiện</a:t>
            </a:r>
            <a:r>
              <a:rPr sz="1500" b="0" i="0" u="none" dirty="0">
                <a:solidFill>
                  <a:srgbClr val="334155"/>
                </a:solidFill>
                <a:latin typeface="Inter"/>
              </a:rPr>
              <a:t> </a:t>
            </a:r>
            <a:r>
              <a:rPr sz="1500" b="0" i="0" u="none" dirty="0" err="1">
                <a:solidFill>
                  <a:srgbClr val="334155"/>
                </a:solidFill>
                <a:latin typeface="Inter"/>
              </a:rPr>
              <a:t>các</a:t>
            </a:r>
            <a:r>
              <a:rPr sz="1500" b="0" i="0" u="none" dirty="0">
                <a:solidFill>
                  <a:srgbClr val="334155"/>
                </a:solidFill>
                <a:latin typeface="Inter"/>
              </a:rPr>
              <a:t> </a:t>
            </a:r>
            <a:r>
              <a:rPr sz="1500" b="0" i="0" u="none" dirty="0" err="1">
                <a:solidFill>
                  <a:srgbClr val="334155"/>
                </a:solidFill>
                <a:latin typeface="Inter"/>
              </a:rPr>
              <a:t>thao</a:t>
            </a:r>
            <a:r>
              <a:rPr sz="1500" b="0" i="0" u="none" dirty="0">
                <a:solidFill>
                  <a:srgbClr val="334155"/>
                </a:solidFill>
                <a:latin typeface="Inter"/>
              </a:rPr>
              <a:t> </a:t>
            </a:r>
            <a:r>
              <a:rPr sz="1500" b="0" i="0" u="none" dirty="0" err="1">
                <a:solidFill>
                  <a:srgbClr val="334155"/>
                </a:solidFill>
                <a:latin typeface="Inter"/>
              </a:rPr>
              <a:t>tác</a:t>
            </a:r>
            <a:r>
              <a:rPr sz="1500" b="0" i="0" u="none" dirty="0">
                <a:solidFill>
                  <a:srgbClr val="334155"/>
                </a:solidFill>
                <a:latin typeface="Inter"/>
              </a:rPr>
              <a:t> CRUD </a:t>
            </a:r>
            <a:r>
              <a:rPr sz="1500" b="0" i="0" u="none" dirty="0" err="1">
                <a:solidFill>
                  <a:srgbClr val="334155"/>
                </a:solidFill>
                <a:latin typeface="Inter"/>
              </a:rPr>
              <a:t>và</a:t>
            </a:r>
            <a:r>
              <a:rPr sz="1500" b="0" i="0" u="none" dirty="0">
                <a:solidFill>
                  <a:srgbClr val="334155"/>
                </a:solidFill>
                <a:latin typeface="Inter"/>
              </a:rPr>
              <a:t> </a:t>
            </a:r>
            <a:r>
              <a:rPr sz="1500" b="0" i="0" u="none" dirty="0" err="1">
                <a:solidFill>
                  <a:srgbClr val="334155"/>
                </a:solidFill>
                <a:latin typeface="Inter"/>
              </a:rPr>
              <a:t>giao</a:t>
            </a:r>
            <a:r>
              <a:rPr sz="1500" b="0" i="0" u="none" dirty="0">
                <a:solidFill>
                  <a:srgbClr val="334155"/>
                </a:solidFill>
                <a:latin typeface="Inter"/>
              </a:rPr>
              <a:t> </a:t>
            </a:r>
            <a:r>
              <a:rPr sz="1500" b="0" i="0" u="none" dirty="0" err="1">
                <a:solidFill>
                  <a:srgbClr val="334155"/>
                </a:solidFill>
                <a:latin typeface="Inter"/>
              </a:rPr>
              <a:t>dịch</a:t>
            </a:r>
            <a:r>
              <a:rPr sz="1500" b="0" i="0" u="none" dirty="0">
                <a:solidFill>
                  <a:srgbClr val="334155"/>
                </a:solidFill>
                <a:latin typeface="Inter"/>
              </a:rPr>
              <a:t> </a:t>
            </a:r>
            <a:r>
              <a:rPr sz="1500" b="0" i="0" u="none" dirty="0" err="1">
                <a:solidFill>
                  <a:srgbClr val="334155"/>
                </a:solidFill>
                <a:latin typeface="Inter"/>
              </a:rPr>
              <a:t>mua</a:t>
            </a:r>
            <a:r>
              <a:rPr sz="1500" b="0" i="0" u="none" dirty="0">
                <a:solidFill>
                  <a:srgbClr val="334155"/>
                </a:solidFill>
                <a:latin typeface="Inter"/>
              </a:rPr>
              <a:t> </a:t>
            </a:r>
            <a:r>
              <a:rPr sz="1500" b="0" i="0" u="none" dirty="0" err="1">
                <a:solidFill>
                  <a:srgbClr val="334155"/>
                </a:solidFill>
                <a:latin typeface="Inter"/>
              </a:rPr>
              <a:t>bán</a:t>
            </a:r>
            <a:r>
              <a:rPr sz="1500" b="0" i="0" u="none" dirty="0">
                <a:solidFill>
                  <a:srgbClr val="334155"/>
                </a:solidFill>
                <a:latin typeface="Inter"/>
              </a:rPr>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52526"/>
            <a:ext cx="3530649" cy="2886372"/>
          </a:xfrm>
          <a:prstGeom prst="rect">
            <a:avLst/>
          </a:prstGeom>
        </p:spPr>
      </p:pic>
      <p:pic>
        <p:nvPicPr>
          <p:cNvPr id="4" name="Picture 3" descr="image.png"/>
          <p:cNvPicPr>
            <a:picLocks noChangeAspect="1"/>
          </p:cNvPicPr>
          <p:nvPr/>
        </p:nvPicPr>
        <p:blipFill>
          <a:blip r:embed="rId4"/>
          <a:stretch>
            <a:fillRect/>
          </a:stretch>
        </p:blipFill>
        <p:spPr>
          <a:xfrm>
            <a:off x="4330749" y="2352526"/>
            <a:ext cx="3530649" cy="2886372"/>
          </a:xfrm>
          <a:prstGeom prst="rect">
            <a:avLst/>
          </a:prstGeom>
        </p:spPr>
      </p:pic>
      <p:pic>
        <p:nvPicPr>
          <p:cNvPr id="5" name="Picture 4" descr="image.png"/>
          <p:cNvPicPr>
            <a:picLocks noChangeAspect="1"/>
          </p:cNvPicPr>
          <p:nvPr/>
        </p:nvPicPr>
        <p:blipFill>
          <a:blip r:embed="rId5"/>
          <a:stretch>
            <a:fillRect/>
          </a:stretch>
        </p:blipFill>
        <p:spPr>
          <a:xfrm>
            <a:off x="8089999" y="2352526"/>
            <a:ext cx="3530649" cy="2886372"/>
          </a:xfrm>
          <a:prstGeom prst="rect">
            <a:avLst/>
          </a:prstGeom>
        </p:spPr>
      </p:pic>
      <p:pic>
        <p:nvPicPr>
          <p:cNvPr id="6" name="Picture 5" descr="image.png"/>
          <p:cNvPicPr>
            <a:picLocks noChangeAspect="1"/>
          </p:cNvPicPr>
          <p:nvPr/>
        </p:nvPicPr>
        <p:blipFill>
          <a:blip r:embed="rId6"/>
          <a:stretch>
            <a:fillRect/>
          </a:stretch>
        </p:blipFill>
        <p:spPr>
          <a:xfrm>
            <a:off x="847725" y="2628751"/>
            <a:ext cx="609600" cy="609600"/>
          </a:xfrm>
          <a:prstGeom prst="rect">
            <a:avLst/>
          </a:prstGeom>
        </p:spPr>
      </p:pic>
      <p:sp>
        <p:nvSpPr>
          <p:cNvPr id="7" name="TextBox 6"/>
          <p:cNvSpPr txBox="1"/>
          <p:nvPr/>
        </p:nvSpPr>
        <p:spPr>
          <a:xfrm>
            <a:off x="847725" y="3409801"/>
            <a:ext cx="3127109" cy="571500"/>
          </a:xfrm>
          <a:prstGeom prst="rect">
            <a:avLst/>
          </a:prstGeom>
          <a:noFill/>
        </p:spPr>
        <p:txBody>
          <a:bodyPr wrap="square" lIns="0" tIns="0" rIns="0" bIns="0" anchor="t">
            <a:spAutoFit/>
          </a:bodyPr>
          <a:lstStyle/>
          <a:p>
            <a:pPr algn="l"/>
            <a:r>
              <a:rPr sz="1800" b="0" i="0" u="none">
                <a:solidFill>
                  <a:srgbClr val="1E293B"/>
                </a:solidFill>
                <a:latin typeface="Plus Jakarta Sans SemiBold"/>
              </a:rPr>
              <a:t>DFD Mức Khái Quát (Mức 0)</a:t>
            </a:r>
          </a:p>
        </p:txBody>
      </p:sp>
      <p:sp>
        <p:nvSpPr>
          <p:cNvPr id="8" name="TextBox 7"/>
          <p:cNvSpPr txBox="1"/>
          <p:nvPr/>
        </p:nvSpPr>
        <p:spPr>
          <a:xfrm>
            <a:off x="847725" y="4095601"/>
            <a:ext cx="2978199" cy="1005596"/>
          </a:xfrm>
          <a:prstGeom prst="rect">
            <a:avLst/>
          </a:prstGeom>
          <a:noFill/>
        </p:spPr>
        <p:txBody>
          <a:bodyPr wrap="square" lIns="0" tIns="0" rIns="0" bIns="0" anchor="t">
            <a:spAutoFit/>
          </a:bodyPr>
          <a:lstStyle/>
          <a:p>
            <a:pPr algn="l">
              <a:lnSpc>
                <a:spcPts val="1976"/>
              </a:lnSpc>
            </a:pPr>
            <a:r>
              <a:rPr sz="1500" b="0" i="0" u="none" dirty="0" err="1">
                <a:solidFill>
                  <a:srgbClr val="334155"/>
                </a:solidFill>
                <a:latin typeface="Inter"/>
              </a:rPr>
              <a:t>Trình</a:t>
            </a:r>
            <a:r>
              <a:rPr sz="1500" b="0" i="0" u="none" dirty="0">
                <a:solidFill>
                  <a:srgbClr val="334155"/>
                </a:solidFill>
                <a:latin typeface="Inter"/>
              </a:rPr>
              <a:t> </a:t>
            </a:r>
            <a:r>
              <a:rPr sz="1500" b="0" i="0" u="none" dirty="0" err="1">
                <a:solidFill>
                  <a:srgbClr val="334155"/>
                </a:solidFill>
                <a:latin typeface="Inter"/>
              </a:rPr>
              <a:t>bày</a:t>
            </a:r>
            <a:r>
              <a:rPr sz="1500" b="0" i="0" u="none" dirty="0">
                <a:solidFill>
                  <a:srgbClr val="334155"/>
                </a:solidFill>
                <a:latin typeface="Inter"/>
              </a:rPr>
              <a:t> </a:t>
            </a:r>
            <a:r>
              <a:rPr sz="1500" b="0" i="0" u="none" dirty="0" err="1">
                <a:solidFill>
                  <a:srgbClr val="334155"/>
                </a:solidFill>
                <a:latin typeface="Inter"/>
              </a:rPr>
              <a:t>tương</a:t>
            </a:r>
            <a:r>
              <a:rPr sz="1500" b="0" i="0" u="none" dirty="0">
                <a:solidFill>
                  <a:srgbClr val="334155"/>
                </a:solidFill>
                <a:latin typeface="Inter"/>
              </a:rPr>
              <a:t> </a:t>
            </a:r>
            <a:r>
              <a:rPr sz="1500" b="0" i="0" u="none" dirty="0" err="1">
                <a:solidFill>
                  <a:srgbClr val="334155"/>
                </a:solidFill>
                <a:latin typeface="Inter"/>
              </a:rPr>
              <a:t>tác</a:t>
            </a:r>
            <a:r>
              <a:rPr sz="1500" b="0" i="0" u="none" dirty="0">
                <a:solidFill>
                  <a:srgbClr val="334155"/>
                </a:solidFill>
                <a:latin typeface="Inter"/>
              </a:rPr>
              <a:t> </a:t>
            </a:r>
            <a:r>
              <a:rPr sz="1500" b="0" i="0" u="none" dirty="0" err="1">
                <a:solidFill>
                  <a:srgbClr val="334155"/>
                </a:solidFill>
                <a:latin typeface="Inter"/>
              </a:rPr>
              <a:t>tổng</a:t>
            </a:r>
            <a:r>
              <a:rPr sz="1500" b="0" i="0" u="none" dirty="0">
                <a:solidFill>
                  <a:srgbClr val="334155"/>
                </a:solidFill>
                <a:latin typeface="Inter"/>
              </a:rPr>
              <a:t> </a:t>
            </a:r>
            <a:r>
              <a:rPr sz="1500" b="0" i="0" u="none" dirty="0" err="1">
                <a:solidFill>
                  <a:srgbClr val="334155"/>
                </a:solidFill>
                <a:latin typeface="Inter"/>
              </a:rPr>
              <a:t>thể</a:t>
            </a:r>
            <a:r>
              <a:rPr sz="1500" b="0" i="0" u="none" dirty="0">
                <a:solidFill>
                  <a:srgbClr val="334155"/>
                </a:solidFill>
                <a:latin typeface="Inter"/>
              </a:rPr>
              <a:t> </a:t>
            </a:r>
            <a:r>
              <a:rPr sz="1500" b="0" i="0" u="none" dirty="0" err="1">
                <a:solidFill>
                  <a:srgbClr val="334155"/>
                </a:solidFill>
                <a:latin typeface="Inter"/>
              </a:rPr>
              <a:t>giữa</a:t>
            </a:r>
            <a:r>
              <a:rPr sz="1500" b="0" i="0" u="none" dirty="0">
                <a:solidFill>
                  <a:srgbClr val="334155"/>
                </a:solidFill>
                <a:latin typeface="Inter"/>
              </a:rPr>
              <a:t> 2 </a:t>
            </a:r>
            <a:r>
              <a:rPr sz="1500" b="0" i="0" u="none" dirty="0" err="1">
                <a:solidFill>
                  <a:srgbClr val="334155"/>
                </a:solidFill>
                <a:latin typeface="Inter"/>
              </a:rPr>
              <a:t>Tác</a:t>
            </a:r>
            <a:r>
              <a:rPr sz="1500" b="0" i="0" u="none" dirty="0">
                <a:solidFill>
                  <a:srgbClr val="334155"/>
                </a:solidFill>
                <a:latin typeface="Inter"/>
              </a:rPr>
              <a:t> </a:t>
            </a:r>
            <a:r>
              <a:rPr sz="1500" b="0" i="0" u="none" dirty="0" err="1">
                <a:solidFill>
                  <a:srgbClr val="334155"/>
                </a:solidFill>
                <a:latin typeface="Inter"/>
              </a:rPr>
              <a:t>nhân</a:t>
            </a:r>
            <a:r>
              <a:rPr sz="1500" b="0" i="0" u="none" dirty="0">
                <a:solidFill>
                  <a:srgbClr val="334155"/>
                </a:solidFill>
                <a:latin typeface="Inter"/>
              </a:rPr>
              <a:t> (</a:t>
            </a:r>
            <a:r>
              <a:rPr sz="1500" b="0" i="0" u="none" dirty="0" err="1">
                <a:solidFill>
                  <a:srgbClr val="334155"/>
                </a:solidFill>
                <a:latin typeface="Inter"/>
              </a:rPr>
              <a:t>Khách</a:t>
            </a:r>
            <a:r>
              <a:rPr sz="1500" b="0" i="0" u="none" dirty="0">
                <a:solidFill>
                  <a:srgbClr val="334155"/>
                </a:solidFill>
                <a:latin typeface="Inter"/>
              </a:rPr>
              <a:t> </a:t>
            </a:r>
            <a:r>
              <a:rPr sz="1500" b="0" i="0" u="none" dirty="0" err="1">
                <a:solidFill>
                  <a:srgbClr val="334155"/>
                </a:solidFill>
                <a:latin typeface="Inter"/>
              </a:rPr>
              <a:t>hàng</a:t>
            </a:r>
            <a:r>
              <a:rPr sz="1500" b="0" i="0" u="none" dirty="0">
                <a:solidFill>
                  <a:srgbClr val="334155"/>
                </a:solidFill>
                <a:latin typeface="Inter"/>
              </a:rPr>
              <a:t>, Admin) </a:t>
            </a:r>
            <a:r>
              <a:rPr sz="1500" b="0" i="0" u="none" dirty="0" err="1">
                <a:solidFill>
                  <a:srgbClr val="334155"/>
                </a:solidFill>
                <a:latin typeface="Inter"/>
              </a:rPr>
              <a:t>với</a:t>
            </a:r>
            <a:r>
              <a:rPr sz="1500" b="0" i="0" u="none" dirty="0">
                <a:solidFill>
                  <a:srgbClr val="334155"/>
                </a:solidFill>
                <a:latin typeface="Inter"/>
              </a:rPr>
              <a:t> </a:t>
            </a:r>
            <a:r>
              <a:rPr sz="1500" b="0" i="0" u="none" dirty="0" err="1">
                <a:solidFill>
                  <a:srgbClr val="334155"/>
                </a:solidFill>
                <a:latin typeface="Inter"/>
              </a:rPr>
              <a:t>Hệ</a:t>
            </a:r>
            <a:r>
              <a:rPr sz="1500" b="0" i="0" u="none" dirty="0">
                <a:solidFill>
                  <a:srgbClr val="334155"/>
                </a:solidFill>
                <a:latin typeface="Inter"/>
              </a:rPr>
              <a:t> </a:t>
            </a:r>
            <a:r>
              <a:rPr sz="1500" b="0" i="0" u="none" dirty="0" err="1">
                <a:solidFill>
                  <a:srgbClr val="334155"/>
                </a:solidFill>
                <a:latin typeface="Inter"/>
              </a:rPr>
              <a:t>thống</a:t>
            </a:r>
            <a:r>
              <a:rPr sz="1500" b="0" i="0" u="none" dirty="0">
                <a:solidFill>
                  <a:srgbClr val="334155"/>
                </a:solidFill>
                <a:latin typeface="Inter"/>
              </a:rPr>
              <a:t> Website </a:t>
            </a:r>
            <a:r>
              <a:rPr sz="1500" b="0" i="0" u="none" dirty="0" err="1">
                <a:solidFill>
                  <a:srgbClr val="334155"/>
                </a:solidFill>
                <a:latin typeface="Inter"/>
              </a:rPr>
              <a:t>Bán</a:t>
            </a:r>
            <a:r>
              <a:rPr sz="1500" b="0" i="0" u="none" dirty="0">
                <a:solidFill>
                  <a:srgbClr val="334155"/>
                </a:solidFill>
                <a:latin typeface="Inter"/>
              </a:rPr>
              <a:t> </a:t>
            </a:r>
            <a:r>
              <a:rPr sz="1500" b="0" i="0" u="none" dirty="0" err="1">
                <a:solidFill>
                  <a:srgbClr val="334155"/>
                </a:solidFill>
                <a:latin typeface="Inter"/>
              </a:rPr>
              <a:t>Linh</a:t>
            </a:r>
            <a:r>
              <a:rPr sz="1500" b="0" i="0" u="none" dirty="0">
                <a:solidFill>
                  <a:srgbClr val="334155"/>
                </a:solidFill>
                <a:latin typeface="Inter"/>
              </a:rPr>
              <a:t> </a:t>
            </a:r>
            <a:r>
              <a:rPr sz="1500" b="0" i="0" u="none" dirty="0" err="1">
                <a:solidFill>
                  <a:srgbClr val="334155"/>
                </a:solidFill>
                <a:latin typeface="Inter"/>
              </a:rPr>
              <a:t>Kiện</a:t>
            </a:r>
            <a:r>
              <a:rPr sz="1500" b="0" i="0" u="none" dirty="0">
                <a:solidFill>
                  <a:srgbClr val="334155"/>
                </a:solidFill>
                <a:latin typeface="Inter"/>
              </a:rPr>
              <a:t>.</a:t>
            </a:r>
          </a:p>
        </p:txBody>
      </p:sp>
      <p:pic>
        <p:nvPicPr>
          <p:cNvPr id="9" name="Picture 8" descr="image.png"/>
          <p:cNvPicPr>
            <a:picLocks noChangeAspect="1"/>
          </p:cNvPicPr>
          <p:nvPr/>
        </p:nvPicPr>
        <p:blipFill>
          <a:blip r:embed="rId7"/>
          <a:stretch>
            <a:fillRect/>
          </a:stretch>
        </p:blipFill>
        <p:spPr>
          <a:xfrm>
            <a:off x="4606974" y="2628751"/>
            <a:ext cx="609600" cy="609600"/>
          </a:xfrm>
          <a:prstGeom prst="rect">
            <a:avLst/>
          </a:prstGeom>
        </p:spPr>
      </p:pic>
      <p:sp>
        <p:nvSpPr>
          <p:cNvPr id="10" name="TextBox 9"/>
          <p:cNvSpPr txBox="1"/>
          <p:nvPr/>
        </p:nvSpPr>
        <p:spPr>
          <a:xfrm>
            <a:off x="4606974" y="3409801"/>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DFD Mức Đỉnh (Mức 1)</a:t>
            </a:r>
          </a:p>
        </p:txBody>
      </p:sp>
      <p:sp>
        <p:nvSpPr>
          <p:cNvPr id="11" name="TextBox 10"/>
          <p:cNvSpPr txBox="1"/>
          <p:nvPr/>
        </p:nvSpPr>
        <p:spPr>
          <a:xfrm>
            <a:off x="4606974" y="3809851"/>
            <a:ext cx="2978199" cy="1003696"/>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Phân rã thành 4 tiến trình chính: Quản lý Danh mục/Sản phẩm, Quản lý Đặt hàng, Quản lý Kho và Báo cáo Thống kê.</a:t>
            </a:r>
          </a:p>
        </p:txBody>
      </p:sp>
      <p:pic>
        <p:nvPicPr>
          <p:cNvPr id="12" name="Picture 11" descr="image.png"/>
          <p:cNvPicPr>
            <a:picLocks noChangeAspect="1"/>
          </p:cNvPicPr>
          <p:nvPr/>
        </p:nvPicPr>
        <p:blipFill>
          <a:blip r:embed="rId8"/>
          <a:stretch>
            <a:fillRect/>
          </a:stretch>
        </p:blipFill>
        <p:spPr>
          <a:xfrm>
            <a:off x="8366224" y="2628751"/>
            <a:ext cx="609600" cy="609600"/>
          </a:xfrm>
          <a:prstGeom prst="rect">
            <a:avLst/>
          </a:prstGeom>
        </p:spPr>
      </p:pic>
      <p:sp>
        <p:nvSpPr>
          <p:cNvPr id="13" name="TextBox 12"/>
          <p:cNvSpPr txBox="1"/>
          <p:nvPr/>
        </p:nvSpPr>
        <p:spPr>
          <a:xfrm>
            <a:off x="8366224" y="3409801"/>
            <a:ext cx="3127109"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DFD Mức Dưới Đỉnh (Mức 2)</a:t>
            </a:r>
          </a:p>
        </p:txBody>
      </p:sp>
      <p:sp>
        <p:nvSpPr>
          <p:cNvPr id="14" name="TextBox 13"/>
          <p:cNvSpPr txBox="1"/>
          <p:nvPr/>
        </p:nvSpPr>
        <p:spPr>
          <a:xfrm>
            <a:off x="8366224" y="3809851"/>
            <a:ext cx="2978199" cy="1003696"/>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Chi tiết hóa các quy trình nhỏ: Xử lý giỏ hàng (2.1), Duyệt phiếu xuất (2.2), Lập phiếu nhập (2.3) và Ghi nhận công nợ (2.4).</a:t>
            </a:r>
          </a:p>
        </p:txBody>
      </p:sp>
      <p:pic>
        <p:nvPicPr>
          <p:cNvPr id="15" name="Picture 14" descr="image.png"/>
          <p:cNvPicPr>
            <a:picLocks noChangeAspect="1"/>
          </p:cNvPicPr>
          <p:nvPr/>
        </p:nvPicPr>
        <p:blipFill>
          <a:blip r:embed="rId9"/>
          <a:stretch>
            <a:fillRect/>
          </a:stretch>
        </p:blipFill>
        <p:spPr>
          <a:xfrm>
            <a:off x="957262" y="2762101"/>
            <a:ext cx="390525" cy="342900"/>
          </a:xfrm>
          <a:prstGeom prst="rect">
            <a:avLst/>
          </a:prstGeom>
        </p:spPr>
      </p:pic>
      <p:pic>
        <p:nvPicPr>
          <p:cNvPr id="16" name="Picture 15" descr="image.png"/>
          <p:cNvPicPr>
            <a:picLocks noChangeAspect="1"/>
          </p:cNvPicPr>
          <p:nvPr/>
        </p:nvPicPr>
        <p:blipFill>
          <a:blip r:embed="rId10"/>
          <a:stretch>
            <a:fillRect/>
          </a:stretch>
        </p:blipFill>
        <p:spPr>
          <a:xfrm>
            <a:off x="4716512" y="2762101"/>
            <a:ext cx="390525" cy="342900"/>
          </a:xfrm>
          <a:prstGeom prst="rect">
            <a:avLst/>
          </a:prstGeom>
        </p:spPr>
      </p:pic>
      <p:pic>
        <p:nvPicPr>
          <p:cNvPr id="17" name="Picture 16" descr="image.png"/>
          <p:cNvPicPr>
            <a:picLocks noChangeAspect="1"/>
          </p:cNvPicPr>
          <p:nvPr/>
        </p:nvPicPr>
        <p:blipFill>
          <a:blip r:embed="rId11"/>
          <a:stretch>
            <a:fillRect/>
          </a:stretch>
        </p:blipFill>
        <p:spPr>
          <a:xfrm>
            <a:off x="8456711" y="2762101"/>
            <a:ext cx="428625" cy="342900"/>
          </a:xfrm>
          <a:prstGeom prst="rect">
            <a:avLst/>
          </a:prstGeom>
        </p:spPr>
      </p:pic>
      <p:sp>
        <p:nvSpPr>
          <p:cNvPr id="18" name="TextBox 17"/>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Mô Hình Dòng Dữ Liệu (DFD các mức)</a:t>
            </a:r>
          </a:p>
        </p:txBody>
      </p:sp>
      <p:sp>
        <p:nvSpPr>
          <p:cNvPr id="19" name="Rectangle 18"/>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71439"/>
            <a:ext cx="5334000" cy="2648545"/>
          </a:xfrm>
          <a:prstGeom prst="rect">
            <a:avLst/>
          </a:prstGeom>
        </p:spPr>
      </p:pic>
      <p:pic>
        <p:nvPicPr>
          <p:cNvPr id="4" name="Picture 3" descr="image.png"/>
          <p:cNvPicPr>
            <a:picLocks noChangeAspect="1"/>
          </p:cNvPicPr>
          <p:nvPr/>
        </p:nvPicPr>
        <p:blipFill>
          <a:blip r:embed="rId4"/>
          <a:stretch>
            <a:fillRect/>
          </a:stretch>
        </p:blipFill>
        <p:spPr>
          <a:xfrm>
            <a:off x="6286500" y="2471439"/>
            <a:ext cx="5334000" cy="2648545"/>
          </a:xfrm>
          <a:prstGeom prst="rect">
            <a:avLst/>
          </a:prstGeom>
        </p:spPr>
      </p:pic>
      <p:sp>
        <p:nvSpPr>
          <p:cNvPr id="5" name="TextBox 4"/>
          <p:cNvSpPr txBox="1"/>
          <p:nvPr/>
        </p:nvSpPr>
        <p:spPr>
          <a:xfrm>
            <a:off x="885825" y="2785764"/>
            <a:ext cx="4940617" cy="285750"/>
          </a:xfrm>
          <a:prstGeom prst="rect">
            <a:avLst/>
          </a:prstGeom>
          <a:noFill/>
        </p:spPr>
        <p:txBody>
          <a:bodyPr wrap="square" lIns="0" tIns="0" rIns="0" bIns="0" anchor="t">
            <a:spAutoFit/>
          </a:bodyPr>
          <a:lstStyle/>
          <a:p>
            <a:pPr algn="l"/>
            <a:r>
              <a:rPr sz="1800" b="0" i="0" u="none">
                <a:solidFill>
                  <a:srgbClr val="4F46E5"/>
                </a:solidFill>
                <a:latin typeface="Plus Jakarta Sans SemiBold"/>
              </a:rPr>
              <a:t>Kiến Trúc 3 Lớp (3-Tier Architecture)</a:t>
            </a:r>
          </a:p>
        </p:txBody>
      </p:sp>
      <p:sp>
        <p:nvSpPr>
          <p:cNvPr id="6" name="TextBox 5"/>
          <p:cNvSpPr txBox="1"/>
          <p:nvPr/>
        </p:nvSpPr>
        <p:spPr>
          <a:xfrm>
            <a:off x="885825" y="3185814"/>
            <a:ext cx="4705350" cy="1505545"/>
          </a:xfrm>
          <a:prstGeom prst="rect">
            <a:avLst/>
          </a:prstGeom>
          <a:noFill/>
        </p:spPr>
        <p:txBody>
          <a:bodyPr wrap="square" lIns="0" tIns="0" rIns="0" bIns="0" anchor="t">
            <a:spAutoFit/>
          </a:bodyPr>
          <a:lstStyle/>
          <a:p>
            <a:pPr algn="l">
              <a:lnSpc>
                <a:spcPts val="1976"/>
              </a:lnSpc>
            </a:pPr>
            <a:r>
              <a:rPr sz="1500" b="1" i="0" u="none">
                <a:solidFill>
                  <a:srgbClr val="334155"/>
                </a:solidFill>
                <a:latin typeface="Inter"/>
              </a:rPr>
              <a:t>Presentation Layer:</a:t>
            </a:r>
            <a:r>
              <a:rPr sz="1500" b="0" i="0" u="none">
                <a:solidFill>
                  <a:srgbClr val="334155"/>
                </a:solidFill>
                <a:latin typeface="Inter"/>
              </a:rPr>
              <a:t> Giao diện Web HTML5/CSS3, JavaScript, Bootstrap.</a:t>
            </a:r>
            <a:r>
              <a:rPr sz="1500"/>
              <a:t>
</a:t>
            </a:r>
            <a:r>
              <a:rPr sz="1500" b="1" i="0" u="none">
                <a:solidFill>
                  <a:srgbClr val="334155"/>
                </a:solidFill>
                <a:latin typeface="Inter"/>
              </a:rPr>
              <a:t>Business Logic Layer (BLL):</a:t>
            </a:r>
            <a:r>
              <a:rPr sz="1500" b="0" i="0" u="none">
                <a:solidFill>
                  <a:srgbClr val="334155"/>
                </a:solidFill>
                <a:latin typeface="Inter"/>
              </a:rPr>
              <a:t> Đảm nhận xử lý nghiệp vụ, kiểm tra ràng buộc bằng C#.</a:t>
            </a:r>
            <a:r>
              <a:rPr sz="1500"/>
              <a:t>
</a:t>
            </a:r>
            <a:r>
              <a:rPr sz="1500" b="1" i="0" u="none">
                <a:solidFill>
                  <a:srgbClr val="334155"/>
                </a:solidFill>
                <a:latin typeface="Inter"/>
              </a:rPr>
              <a:t>Data Access Layer (DAL):</a:t>
            </a:r>
            <a:r>
              <a:rPr sz="1500" b="0" i="0" u="none">
                <a:solidFill>
                  <a:srgbClr val="334155"/>
                </a:solidFill>
                <a:latin typeface="Inter"/>
              </a:rPr>
              <a:t> Truy vấn SQL Server qua ADO.NET / Entity Framework.</a:t>
            </a:r>
          </a:p>
        </p:txBody>
      </p:sp>
      <p:sp>
        <p:nvSpPr>
          <p:cNvPr id="7" name="TextBox 6"/>
          <p:cNvSpPr txBox="1"/>
          <p:nvPr/>
        </p:nvSpPr>
        <p:spPr>
          <a:xfrm>
            <a:off x="6600825" y="2785764"/>
            <a:ext cx="4940617" cy="285750"/>
          </a:xfrm>
          <a:prstGeom prst="rect">
            <a:avLst/>
          </a:prstGeom>
          <a:noFill/>
        </p:spPr>
        <p:txBody>
          <a:bodyPr wrap="square" lIns="0" tIns="0" rIns="0" bIns="0" anchor="t">
            <a:spAutoFit/>
          </a:bodyPr>
          <a:lstStyle/>
          <a:p>
            <a:pPr algn="l"/>
            <a:r>
              <a:rPr sz="1800" b="0" i="0" u="none">
                <a:solidFill>
                  <a:srgbClr val="4F46E5"/>
                </a:solidFill>
                <a:latin typeface="Plus Jakarta Sans SemiBold"/>
              </a:rPr>
              <a:t>Môi Trường Mẫu &amp; Hạ Tầng</a:t>
            </a:r>
          </a:p>
        </p:txBody>
      </p:sp>
      <p:sp>
        <p:nvSpPr>
          <p:cNvPr id="8" name="TextBox 7"/>
          <p:cNvSpPr txBox="1"/>
          <p:nvPr/>
        </p:nvSpPr>
        <p:spPr>
          <a:xfrm>
            <a:off x="6600825" y="3185814"/>
            <a:ext cx="4705350" cy="1254621"/>
          </a:xfrm>
          <a:prstGeom prst="rect">
            <a:avLst/>
          </a:prstGeom>
          <a:noFill/>
        </p:spPr>
        <p:txBody>
          <a:bodyPr wrap="square" lIns="0" tIns="0" rIns="0" bIns="0" anchor="t">
            <a:spAutoFit/>
          </a:bodyPr>
          <a:lstStyle/>
          <a:p>
            <a:pPr algn="l">
              <a:lnSpc>
                <a:spcPts val="1976"/>
              </a:lnSpc>
            </a:pPr>
            <a:r>
              <a:rPr sz="1500" b="1" i="0" u="none">
                <a:solidFill>
                  <a:srgbClr val="334155"/>
                </a:solidFill>
                <a:latin typeface="Inter"/>
              </a:rPr>
              <a:t>Server Web:</a:t>
            </a:r>
            <a:r>
              <a:rPr sz="1500" b="0" i="0" u="none">
                <a:solidFill>
                  <a:srgbClr val="334155"/>
                </a:solidFill>
                <a:latin typeface="Inter"/>
              </a:rPr>
              <a:t> Microsoft IIS / IIS Express tích hợp trong Visual Studio.</a:t>
            </a:r>
            <a:r>
              <a:rPr sz="1500"/>
              <a:t>
</a:t>
            </a:r>
            <a:r>
              <a:rPr sz="1500" b="1" i="0" u="none">
                <a:solidFill>
                  <a:srgbClr val="334155"/>
                </a:solidFill>
                <a:latin typeface="Inter"/>
              </a:rPr>
              <a:t>Database Server:</a:t>
            </a:r>
            <a:r>
              <a:rPr sz="1500" b="0" i="0" u="none">
                <a:solidFill>
                  <a:srgbClr val="334155"/>
                </a:solidFill>
                <a:latin typeface="Inter"/>
              </a:rPr>
              <a:t> MS SQL Server Express 2019/2022.</a:t>
            </a:r>
            <a:r>
              <a:rPr sz="1500"/>
              <a:t>
</a:t>
            </a:r>
            <a:r>
              <a:rPr sz="1500" b="1" i="0" u="none">
                <a:solidFill>
                  <a:srgbClr val="334155"/>
                </a:solidFill>
                <a:latin typeface="Inter"/>
              </a:rPr>
              <a:t>Hệ điều hành:</a:t>
            </a:r>
            <a:r>
              <a:rPr sz="1500" b="0" i="0" u="none">
                <a:solidFill>
                  <a:srgbClr val="334155"/>
                </a:solidFill>
                <a:latin typeface="Inter"/>
              </a:rPr>
              <a:t> Windows 10/11 Server, hỗ trợ kết nối chuỗi ConnectionString an toàn.</a:t>
            </a:r>
          </a:p>
        </p:txBody>
      </p:sp>
      <p:sp>
        <p:nvSpPr>
          <p:cNvPr id="9" name="TextBox 8"/>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Kiến Trúc Hệ Thống &amp; Triển Khai</a:t>
            </a:r>
          </a:p>
        </p:txBody>
      </p:sp>
      <p:sp>
        <p:nvSpPr>
          <p:cNvPr id="10" name="Rectangle 9"/>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565427" y="2338387"/>
            <a:ext cx="1061144" cy="200025"/>
          </a:xfrm>
          <a:prstGeom prst="rect">
            <a:avLst/>
          </a:prstGeom>
          <a:noFill/>
        </p:spPr>
        <p:txBody>
          <a:bodyPr wrap="square" lIns="0" tIns="0" rIns="0" bIns="0" anchor="t">
            <a:spAutoFit/>
          </a:bodyPr>
          <a:lstStyle/>
          <a:p>
            <a:pPr algn="ctr"/>
            <a:r>
              <a:rPr sz="1350" b="1" i="0" u="none">
                <a:solidFill>
                  <a:srgbClr val="4F46E5"/>
                </a:solidFill>
                <a:latin typeface="Inter"/>
              </a:rPr>
              <a:t>CHƯƠNG 3</a:t>
            </a:r>
          </a:p>
        </p:txBody>
      </p:sp>
      <p:sp>
        <p:nvSpPr>
          <p:cNvPr id="4" name="TextBox 3"/>
          <p:cNvSpPr txBox="1"/>
          <p:nvPr/>
        </p:nvSpPr>
        <p:spPr>
          <a:xfrm>
            <a:off x="2395537" y="2652712"/>
            <a:ext cx="7400925" cy="628650"/>
          </a:xfrm>
          <a:prstGeom prst="rect">
            <a:avLst/>
          </a:prstGeom>
          <a:noFill/>
        </p:spPr>
        <p:txBody>
          <a:bodyPr wrap="square" lIns="0" tIns="0" rIns="0" bIns="0" anchor="t">
            <a:spAutoFit/>
          </a:bodyPr>
          <a:lstStyle/>
          <a:p>
            <a:pPr algn="ctr"/>
            <a:r>
              <a:rPr sz="3900" b="1" i="0" u="none">
                <a:solidFill>
                  <a:srgbClr val="0F172A"/>
                </a:solidFill>
                <a:latin typeface="Plus Jakarta Sans"/>
              </a:rPr>
              <a:t>Kết Quả Triển Khai &amp; Kiểm Thử</a:t>
            </a:r>
          </a:p>
        </p:txBody>
      </p:sp>
      <p:sp>
        <p:nvSpPr>
          <p:cNvPr id="5" name="TextBox 4"/>
          <p:cNvSpPr txBox="1"/>
          <p:nvPr/>
        </p:nvSpPr>
        <p:spPr>
          <a:xfrm>
            <a:off x="2524125" y="3433762"/>
            <a:ext cx="7143750" cy="590550"/>
          </a:xfrm>
          <a:prstGeom prst="rect">
            <a:avLst/>
          </a:prstGeom>
          <a:noFill/>
        </p:spPr>
        <p:txBody>
          <a:bodyPr wrap="square" lIns="0" tIns="0" rIns="0" bIns="0" anchor="t">
            <a:spAutoFit/>
          </a:bodyPr>
          <a:lstStyle/>
          <a:p>
            <a:pPr algn="ctr">
              <a:lnSpc>
                <a:spcPts val="2325"/>
              </a:lnSpc>
            </a:pPr>
            <a:r>
              <a:rPr sz="1500" b="0" i="0" u="none">
                <a:solidFill>
                  <a:srgbClr val="64748B"/>
                </a:solidFill>
                <a:latin typeface="Inter"/>
              </a:rPr>
              <a:t>Minh họa giao diện người dùng, các chức năng cốt lõi và kết quả đánh giá kiểm thử hiệu năng hệ thống.</a:t>
            </a:r>
          </a:p>
        </p:txBody>
      </p:sp>
      <p:sp>
        <p:nvSpPr>
          <p:cNvPr id="6" name="Rectangle 5"/>
          <p:cNvSpPr/>
          <p:nvPr/>
        </p:nvSpPr>
        <p:spPr>
          <a:xfrm>
            <a:off x="5715000" y="4252912"/>
            <a:ext cx="762000" cy="381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038201"/>
            <a:ext cx="3530649" cy="2095500"/>
          </a:xfrm>
          <a:prstGeom prst="rect">
            <a:avLst/>
          </a:prstGeom>
        </p:spPr>
      </p:pic>
      <p:pic>
        <p:nvPicPr>
          <p:cNvPr id="4" name="Picture 3" descr="image.png"/>
          <p:cNvPicPr>
            <a:picLocks noChangeAspect="1"/>
          </p:cNvPicPr>
          <p:nvPr/>
        </p:nvPicPr>
        <p:blipFill>
          <a:blip r:embed="rId4"/>
          <a:stretch>
            <a:fillRect/>
          </a:stretch>
        </p:blipFill>
        <p:spPr>
          <a:xfrm>
            <a:off x="4330749" y="2038201"/>
            <a:ext cx="3530649" cy="2095500"/>
          </a:xfrm>
          <a:prstGeom prst="rect">
            <a:avLst/>
          </a:prstGeom>
        </p:spPr>
      </p:pic>
      <p:pic>
        <p:nvPicPr>
          <p:cNvPr id="5" name="Picture 4" descr="image.png"/>
          <p:cNvPicPr>
            <a:picLocks noChangeAspect="1"/>
          </p:cNvPicPr>
          <p:nvPr/>
        </p:nvPicPr>
        <p:blipFill>
          <a:blip r:embed="rId5"/>
          <a:stretch>
            <a:fillRect/>
          </a:stretch>
        </p:blipFill>
        <p:spPr>
          <a:xfrm>
            <a:off x="8089999" y="2038201"/>
            <a:ext cx="3530649" cy="2095500"/>
          </a:xfrm>
          <a:prstGeom prst="rect">
            <a:avLst/>
          </a:prstGeom>
        </p:spPr>
      </p:pic>
      <p:sp>
        <p:nvSpPr>
          <p:cNvPr id="6" name="TextBox 5"/>
          <p:cNvSpPr txBox="1"/>
          <p:nvPr/>
        </p:nvSpPr>
        <p:spPr>
          <a:xfrm>
            <a:off x="571500" y="4286101"/>
            <a:ext cx="3707182"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Trang Mua Hàng &amp; Giỏ Hàng</a:t>
            </a:r>
          </a:p>
        </p:txBody>
      </p:sp>
      <p:sp>
        <p:nvSpPr>
          <p:cNvPr id="7" name="TextBox 6"/>
          <p:cNvSpPr txBox="1"/>
          <p:nvPr/>
        </p:nvSpPr>
        <p:spPr>
          <a:xfrm>
            <a:off x="571500" y="4686151"/>
            <a:ext cx="3530649" cy="749116"/>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Hiển thị danh sách linh kiện khoa học, hỗ trợ lọc theo giá, bộ giỏ hàng Session mượt mà.</a:t>
            </a:r>
          </a:p>
        </p:txBody>
      </p:sp>
      <p:sp>
        <p:nvSpPr>
          <p:cNvPr id="8" name="TextBox 7"/>
          <p:cNvSpPr txBox="1"/>
          <p:nvPr/>
        </p:nvSpPr>
        <p:spPr>
          <a:xfrm>
            <a:off x="4330749" y="4286101"/>
            <a:ext cx="3707182"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Dashboard Quản Trị</a:t>
            </a:r>
          </a:p>
        </p:txBody>
      </p:sp>
      <p:sp>
        <p:nvSpPr>
          <p:cNvPr id="9" name="TextBox 8"/>
          <p:cNvSpPr txBox="1"/>
          <p:nvPr/>
        </p:nvSpPr>
        <p:spPr>
          <a:xfrm>
            <a:off x="4330749" y="4686151"/>
            <a:ext cx="3530649" cy="752772"/>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Trang Admin trực quan, giúp quản lý sản phẩm, duyệt đơn hàng và xem biểu đồ doanh thu nhanh chóng.</a:t>
            </a:r>
          </a:p>
        </p:txBody>
      </p:sp>
      <p:sp>
        <p:nvSpPr>
          <p:cNvPr id="10" name="TextBox 9"/>
          <p:cNvSpPr txBox="1"/>
          <p:nvPr/>
        </p:nvSpPr>
        <p:spPr>
          <a:xfrm>
            <a:off x="8089999" y="4286101"/>
            <a:ext cx="3707182" cy="285750"/>
          </a:xfrm>
          <a:prstGeom prst="rect">
            <a:avLst/>
          </a:prstGeom>
          <a:noFill/>
        </p:spPr>
        <p:txBody>
          <a:bodyPr wrap="square" lIns="0" tIns="0" rIns="0" bIns="0" anchor="t">
            <a:spAutoFit/>
          </a:bodyPr>
          <a:lstStyle/>
          <a:p>
            <a:pPr algn="l"/>
            <a:r>
              <a:rPr sz="1800" b="0" i="0" u="none">
                <a:solidFill>
                  <a:srgbClr val="1E293B"/>
                </a:solidFill>
                <a:latin typeface="Plus Jakarta Sans SemiBold"/>
              </a:rPr>
              <a:t>Trang Chi Tiết Linh Kiện</a:t>
            </a:r>
          </a:p>
        </p:txBody>
      </p:sp>
      <p:sp>
        <p:nvSpPr>
          <p:cNvPr id="11" name="TextBox 10"/>
          <p:cNvSpPr txBox="1"/>
          <p:nvPr/>
        </p:nvSpPr>
        <p:spPr>
          <a:xfrm>
            <a:off x="8089999" y="4686151"/>
            <a:ext cx="3530649" cy="752772"/>
          </a:xfrm>
          <a:prstGeom prst="rect">
            <a:avLst/>
          </a:prstGeom>
          <a:noFill/>
        </p:spPr>
        <p:txBody>
          <a:bodyPr wrap="square" lIns="0" tIns="0" rIns="0" bIns="0" anchor="t">
            <a:spAutoFit/>
          </a:bodyPr>
          <a:lstStyle/>
          <a:p>
            <a:pPr algn="l">
              <a:lnSpc>
                <a:spcPts val="1976"/>
              </a:lnSpc>
            </a:pPr>
            <a:r>
              <a:rPr sz="1500" b="0" i="0" u="none">
                <a:solidFill>
                  <a:srgbClr val="334155"/>
                </a:solidFill>
                <a:latin typeface="Inter"/>
              </a:rPr>
              <a:t>Cung cấp đầy đủ thông số kỹ thuật (CPU, RAM, Mainboard...), hình ảnh sắc nét và tình trạng còn hàng.</a:t>
            </a:r>
          </a:p>
        </p:txBody>
      </p:sp>
      <p:pic>
        <p:nvPicPr>
          <p:cNvPr id="12" name="Picture 11" descr="image.png"/>
          <p:cNvPicPr>
            <a:picLocks noChangeAspect="1"/>
          </p:cNvPicPr>
          <p:nvPr/>
        </p:nvPicPr>
        <p:blipFill>
          <a:blip r:embed="rId6"/>
          <a:stretch>
            <a:fillRect/>
          </a:stretch>
        </p:blipFill>
        <p:spPr>
          <a:xfrm>
            <a:off x="571500" y="2038201"/>
            <a:ext cx="3530649" cy="2095500"/>
          </a:xfrm>
          <a:prstGeom prst="rect">
            <a:avLst/>
          </a:prstGeom>
        </p:spPr>
      </p:pic>
      <p:pic>
        <p:nvPicPr>
          <p:cNvPr id="13" name="Picture 12" descr="image.png"/>
          <p:cNvPicPr>
            <a:picLocks noChangeAspect="1"/>
          </p:cNvPicPr>
          <p:nvPr/>
        </p:nvPicPr>
        <p:blipFill>
          <a:blip r:embed="rId7"/>
          <a:stretch>
            <a:fillRect/>
          </a:stretch>
        </p:blipFill>
        <p:spPr>
          <a:xfrm>
            <a:off x="4330749" y="2038201"/>
            <a:ext cx="3530649" cy="2095500"/>
          </a:xfrm>
          <a:prstGeom prst="rect">
            <a:avLst/>
          </a:prstGeom>
        </p:spPr>
      </p:pic>
      <p:pic>
        <p:nvPicPr>
          <p:cNvPr id="14" name="Picture 13" descr="image.png"/>
          <p:cNvPicPr>
            <a:picLocks noChangeAspect="1"/>
          </p:cNvPicPr>
          <p:nvPr/>
        </p:nvPicPr>
        <p:blipFill>
          <a:blip r:embed="rId8"/>
          <a:stretch>
            <a:fillRect/>
          </a:stretch>
        </p:blipFill>
        <p:spPr>
          <a:xfrm>
            <a:off x="8089999" y="2038201"/>
            <a:ext cx="3530649" cy="2095500"/>
          </a:xfrm>
          <a:prstGeom prst="rect">
            <a:avLst/>
          </a:prstGeom>
        </p:spPr>
      </p:pic>
      <p:sp>
        <p:nvSpPr>
          <p:cNvPr id="15" name="TextBox 14"/>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Giao Diện &amp; Trải Nghiệm Người Dùng</a:t>
            </a:r>
          </a:p>
        </p:txBody>
      </p:sp>
      <p:sp>
        <p:nvSpPr>
          <p:cNvPr id="16" name="Rectangle 15"/>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2373064"/>
          <a:ext cx="11029947" cy="2845296"/>
        </p:xfrm>
        <a:graphic>
          <a:graphicData uri="http://schemas.openxmlformats.org/drawingml/2006/table">
            <a:tbl>
              <a:tblPr firstRow="1" bandRow="1">
                <a:tableStyleId>{5C22544A-7EE6-4342-B048-85BDC9FD1C3A}</a:tableStyleId>
              </a:tblPr>
              <a:tblGrid>
                <a:gridCol w="2197744"/>
                <a:gridCol w="3220789"/>
                <a:gridCol w="4031009"/>
                <a:gridCol w="1580405"/>
              </a:tblGrid>
              <a:tr h="569059">
                <a:tc>
                  <a:txBody>
                    <a:bodyPr/>
                    <a:lstStyle/>
                    <a:p>
                      <a:pPr algn="l"/>
                      <a:r>
                        <a:rPr sz="1275" b="1" i="0" u="none" dirty="0" err="1">
                          <a:solidFill>
                            <a:srgbClr val="1E293B"/>
                          </a:solidFill>
                          <a:latin typeface="Plus Jakarta Sans"/>
                        </a:rPr>
                        <a:t>Nghiep</a:t>
                      </a:r>
                      <a:r>
                        <a:rPr sz="1275" b="1" i="0" u="none" dirty="0">
                          <a:solidFill>
                            <a:srgbClr val="1E293B"/>
                          </a:solidFill>
                          <a:latin typeface="Plus Jakarta Sans"/>
                        </a:rPr>
                        <a:t> </a:t>
                      </a:r>
                      <a:r>
                        <a:rPr sz="1275" b="1" i="0" u="none" dirty="0" err="1">
                          <a:solidFill>
                            <a:srgbClr val="1E293B"/>
                          </a:solidFill>
                          <a:latin typeface="Plus Jakarta Sans"/>
                        </a:rPr>
                        <a:t>Vụ</a:t>
                      </a:r>
                      <a:r>
                        <a:rPr sz="1275" b="1" i="0" u="none" dirty="0">
                          <a:solidFill>
                            <a:srgbClr val="1E293B"/>
                          </a:solidFill>
                          <a:latin typeface="Plus Jakarta Sans"/>
                        </a:rPr>
                        <a:t> </a:t>
                      </a:r>
                      <a:r>
                        <a:rPr sz="1275" b="1" i="0" u="none" dirty="0" err="1">
                          <a:solidFill>
                            <a:srgbClr val="1E293B"/>
                          </a:solidFill>
                          <a:latin typeface="Plus Jakarta Sans"/>
                        </a:rPr>
                        <a:t>Quan</a:t>
                      </a:r>
                      <a:r>
                        <a:rPr sz="1275" b="1" i="0" u="none" dirty="0">
                          <a:solidFill>
                            <a:srgbClr val="1E293B"/>
                          </a:solidFill>
                          <a:latin typeface="Plus Jakarta Sans"/>
                        </a:rPr>
                        <a:t> </a:t>
                      </a:r>
                      <a:r>
                        <a:rPr sz="1275" b="1" i="0" u="none" dirty="0" err="1">
                          <a:solidFill>
                            <a:srgbClr val="1E293B"/>
                          </a:solidFill>
                          <a:latin typeface="Plus Jakarta Sans"/>
                        </a:rPr>
                        <a:t>Lý</a:t>
                      </a:r>
                      <a:endParaRPr sz="1275" b="1" i="0" u="none" dirty="0">
                        <a:solidFill>
                          <a:srgbClr val="1E293B"/>
                        </a:solidFill>
                        <a:latin typeface="Plus Jakarta Sans"/>
                      </a:endParaRPr>
                    </a:p>
                  </a:txBody>
                  <a:tcPr marL="63500" marR="63500" marT="25400" marB="25400" anchor="ctr">
                    <a:lnL>
                      <a:noFill/>
                    </a:lnL>
                    <a:lnR>
                      <a:noFill/>
                    </a:lnR>
                    <a:lnT>
                      <a:noFill/>
                    </a:lnT>
                    <a:lnB>
                      <a:noFill/>
                    </a:lnB>
                    <a:solidFill>
                      <a:srgbClr val="F1F5F9"/>
                    </a:solidFill>
                  </a:tcPr>
                </a:tc>
                <a:tc>
                  <a:txBody>
                    <a:bodyPr/>
                    <a:lstStyle/>
                    <a:p>
                      <a:pPr algn="l"/>
                      <a:r>
                        <a:rPr sz="1275" b="1" i="0" u="none">
                          <a:solidFill>
                            <a:srgbClr val="1E293B"/>
                          </a:solidFill>
                          <a:latin typeface="Plus Jakarta Sans"/>
                        </a:rPr>
                        <a:t>Bảng Dữ Liệu Tương Ứng</a:t>
                      </a:r>
                    </a:p>
                  </a:txBody>
                  <a:tcPr marL="63500" marR="63500" marT="25400" marB="25400" anchor="ctr">
                    <a:lnL>
                      <a:noFill/>
                    </a:lnL>
                    <a:lnR>
                      <a:noFill/>
                    </a:lnR>
                    <a:lnT>
                      <a:noFill/>
                    </a:lnT>
                    <a:lnB>
                      <a:noFill/>
                    </a:lnB>
                    <a:solidFill>
                      <a:srgbClr val="F1F5F9"/>
                    </a:solidFill>
                  </a:tcPr>
                </a:tc>
                <a:tc>
                  <a:txBody>
                    <a:bodyPr/>
                    <a:lstStyle/>
                    <a:p>
                      <a:pPr algn="l"/>
                      <a:r>
                        <a:rPr sz="1275" b="1" i="0" u="none">
                          <a:solidFill>
                            <a:srgbClr val="1E293B"/>
                          </a:solidFill>
                          <a:latin typeface="Plus Jakarta Sans"/>
                        </a:rPr>
                        <a:t>Chức Năng Chính</a:t>
                      </a:r>
                    </a:p>
                  </a:txBody>
                  <a:tcPr marL="63500" marR="63500" marT="25400" marB="25400" anchor="ctr">
                    <a:lnL>
                      <a:noFill/>
                    </a:lnL>
                    <a:lnR>
                      <a:noFill/>
                    </a:lnR>
                    <a:lnT>
                      <a:noFill/>
                    </a:lnT>
                    <a:lnB>
                      <a:noFill/>
                    </a:lnB>
                    <a:solidFill>
                      <a:srgbClr val="F1F5F9"/>
                    </a:solidFill>
                  </a:tcPr>
                </a:tc>
                <a:tc>
                  <a:txBody>
                    <a:bodyPr/>
                    <a:lstStyle/>
                    <a:p>
                      <a:pPr algn="l"/>
                      <a:r>
                        <a:rPr sz="1275" b="1" i="0" u="none">
                          <a:solidFill>
                            <a:srgbClr val="1E293B"/>
                          </a:solidFill>
                          <a:latin typeface="Plus Jakarta Sans"/>
                        </a:rPr>
                        <a:t>Trạng Thái</a:t>
                      </a:r>
                    </a:p>
                  </a:txBody>
                  <a:tcPr marL="63500" marR="63500" marT="25400" marB="25400" anchor="ctr">
                    <a:lnL>
                      <a:noFill/>
                    </a:lnL>
                    <a:lnR>
                      <a:noFill/>
                    </a:lnR>
                    <a:lnT>
                      <a:noFill/>
                    </a:lnT>
                    <a:lnB>
                      <a:noFill/>
                    </a:lnB>
                    <a:solidFill>
                      <a:srgbClr val="F1F5F9"/>
                    </a:solidFill>
                  </a:tcPr>
                </a:tc>
              </a:tr>
              <a:tr h="569059">
                <a:tc>
                  <a:txBody>
                    <a:bodyPr/>
                    <a:lstStyle/>
                    <a:p>
                      <a:pPr algn="l"/>
                      <a:r>
                        <a:rPr sz="1275" b="0" i="0" u="none">
                          <a:solidFill>
                            <a:srgbClr val="334155"/>
                          </a:solidFill>
                          <a:latin typeface="Inter"/>
                        </a:rPr>
                        <a:t>Quản lý Kho Linh Kiện</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ChiTietPhieuNhap, BaoCaoTonKho</a:t>
                      </a:r>
                    </a:p>
                  </a:txBody>
                  <a:tcPr marL="63500" marR="63500" marT="25400" marB="25400" anchor="ctr">
                    <a:lnL>
                      <a:noFill/>
                    </a:lnL>
                    <a:lnR>
                      <a:noFill/>
                    </a:lnR>
                    <a:lnT>
                      <a:noFill/>
                    </a:lnT>
                    <a:lnB>
                      <a:noFill/>
                    </a:lnB>
                    <a:solidFill>
                      <a:srgbClr val="FFFFFF"/>
                    </a:solidFill>
                  </a:tcPr>
                </a:tc>
                <a:tc>
                  <a:txBody>
                    <a:bodyPr/>
                    <a:lstStyle/>
                    <a:p>
                      <a:pPr algn="l"/>
                      <a:r>
                        <a:rPr sz="1275" b="0" i="0" u="none" dirty="0" err="1">
                          <a:solidFill>
                            <a:srgbClr val="334155"/>
                          </a:solidFill>
                          <a:latin typeface="Inter"/>
                        </a:rPr>
                        <a:t>Lập</a:t>
                      </a:r>
                      <a:r>
                        <a:rPr sz="1275" b="0" i="0" u="none" dirty="0">
                          <a:solidFill>
                            <a:srgbClr val="334155"/>
                          </a:solidFill>
                          <a:latin typeface="Inter"/>
                        </a:rPr>
                        <a:t> </a:t>
                      </a:r>
                      <a:r>
                        <a:rPr sz="1275" b="0" i="0" u="none" dirty="0" err="1">
                          <a:solidFill>
                            <a:srgbClr val="334155"/>
                          </a:solidFill>
                          <a:latin typeface="Inter"/>
                        </a:rPr>
                        <a:t>phiếu</a:t>
                      </a:r>
                      <a:r>
                        <a:rPr sz="1275" b="0" i="0" u="none" dirty="0">
                          <a:solidFill>
                            <a:srgbClr val="334155"/>
                          </a:solidFill>
                          <a:latin typeface="Inter"/>
                        </a:rPr>
                        <a:t> </a:t>
                      </a:r>
                      <a:r>
                        <a:rPr sz="1275" b="0" i="0" u="none" dirty="0" err="1">
                          <a:solidFill>
                            <a:srgbClr val="334155"/>
                          </a:solidFill>
                          <a:latin typeface="Inter"/>
                        </a:rPr>
                        <a:t>nhập</a:t>
                      </a:r>
                      <a:r>
                        <a:rPr sz="1275" b="0" i="0" u="none" dirty="0">
                          <a:solidFill>
                            <a:srgbClr val="334155"/>
                          </a:solidFill>
                          <a:latin typeface="Inter"/>
                        </a:rPr>
                        <a:t>, </a:t>
                      </a:r>
                      <a:r>
                        <a:rPr sz="1275" b="0" i="0" u="none" dirty="0" err="1">
                          <a:solidFill>
                            <a:srgbClr val="334155"/>
                          </a:solidFill>
                          <a:latin typeface="Inter"/>
                        </a:rPr>
                        <a:t>kiểm</a:t>
                      </a:r>
                      <a:r>
                        <a:rPr sz="1275" b="0" i="0" u="none" dirty="0">
                          <a:solidFill>
                            <a:srgbClr val="334155"/>
                          </a:solidFill>
                          <a:latin typeface="Inter"/>
                        </a:rPr>
                        <a:t> </a:t>
                      </a:r>
                      <a:r>
                        <a:rPr sz="1275" b="0" i="0" u="none" dirty="0" err="1">
                          <a:solidFill>
                            <a:srgbClr val="334155"/>
                          </a:solidFill>
                          <a:latin typeface="Inter"/>
                        </a:rPr>
                        <a:t>kê</a:t>
                      </a:r>
                      <a:r>
                        <a:rPr sz="1275" b="0" i="0" u="none" dirty="0">
                          <a:solidFill>
                            <a:srgbClr val="334155"/>
                          </a:solidFill>
                          <a:latin typeface="Inter"/>
                        </a:rPr>
                        <a:t> </a:t>
                      </a:r>
                      <a:r>
                        <a:rPr sz="1275" b="0" i="0" u="none" dirty="0" err="1">
                          <a:solidFill>
                            <a:srgbClr val="334155"/>
                          </a:solidFill>
                          <a:latin typeface="Inter"/>
                        </a:rPr>
                        <a:t>linh</a:t>
                      </a:r>
                      <a:r>
                        <a:rPr sz="1275" b="0" i="0" u="none" dirty="0">
                          <a:solidFill>
                            <a:srgbClr val="334155"/>
                          </a:solidFill>
                          <a:latin typeface="Inter"/>
                        </a:rPr>
                        <a:t> </a:t>
                      </a:r>
                      <a:r>
                        <a:rPr sz="1275" b="0" i="0" u="none" dirty="0" err="1">
                          <a:solidFill>
                            <a:srgbClr val="334155"/>
                          </a:solidFill>
                          <a:latin typeface="Inter"/>
                        </a:rPr>
                        <a:t>kiện</a:t>
                      </a:r>
                      <a:r>
                        <a:rPr sz="1275" b="0" i="0" u="none" dirty="0">
                          <a:solidFill>
                            <a:srgbClr val="334155"/>
                          </a:solidFill>
                          <a:latin typeface="Inter"/>
                        </a:rPr>
                        <a:t> </a:t>
                      </a:r>
                      <a:r>
                        <a:rPr sz="1275" b="0" i="0" u="none" dirty="0" err="1">
                          <a:solidFill>
                            <a:srgbClr val="334155"/>
                          </a:solidFill>
                          <a:latin typeface="Inter"/>
                        </a:rPr>
                        <a:t>tồn</a:t>
                      </a:r>
                      <a:r>
                        <a:rPr sz="1275" b="0" i="0" u="none" dirty="0">
                          <a:solidFill>
                            <a:srgbClr val="334155"/>
                          </a:solidFill>
                          <a:latin typeface="Inter"/>
                        </a:rPr>
                        <a:t> </a:t>
                      </a:r>
                      <a:r>
                        <a:rPr sz="1275" b="0" i="0" u="none" dirty="0" err="1">
                          <a:solidFill>
                            <a:srgbClr val="334155"/>
                          </a:solidFill>
                          <a:latin typeface="Inter"/>
                        </a:rPr>
                        <a:t>kho</a:t>
                      </a:r>
                      <a:endParaRPr sz="1275" b="0" i="0" u="none" dirty="0">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Hoàn thành</a:t>
                      </a:r>
                    </a:p>
                  </a:txBody>
                  <a:tcPr marL="276225" marR="63500" marT="25400" marB="25400" anchor="ctr">
                    <a:lnL>
                      <a:noFill/>
                    </a:lnL>
                    <a:lnR>
                      <a:noFill/>
                    </a:lnR>
                    <a:lnT>
                      <a:noFill/>
                    </a:lnT>
                    <a:lnB>
                      <a:noFill/>
                    </a:lnB>
                    <a:solidFill>
                      <a:srgbClr val="FFFFFF"/>
                    </a:solidFill>
                  </a:tcPr>
                </a:tc>
              </a:tr>
              <a:tr h="569059">
                <a:tc>
                  <a:txBody>
                    <a:bodyPr/>
                    <a:lstStyle/>
                    <a:p>
                      <a:pPr algn="l"/>
                      <a:r>
                        <a:rPr sz="1275" b="0" i="0" u="none">
                          <a:solidFill>
                            <a:srgbClr val="334155"/>
                          </a:solidFill>
                          <a:latin typeface="Inter"/>
                        </a:rPr>
                        <a:t>Quản lý Bán Hàng</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DonHang, ChiTietDonHang</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Xác nhận đơn, cập nhật trạng thái giao hàng</a:t>
                      </a:r>
                    </a:p>
                  </a:txBody>
                  <a:tcPr marL="63500" marR="63500" marT="25400" marB="25400" anchor="ctr">
                    <a:lnL>
                      <a:noFill/>
                    </a:lnL>
                    <a:lnR>
                      <a:noFill/>
                    </a:lnR>
                    <a:lnT>
                      <a:noFill/>
                    </a:lnT>
                    <a:lnB>
                      <a:noFill/>
                    </a:lnB>
                    <a:solidFill>
                      <a:srgbClr val="FFFFFF"/>
                    </a:solidFill>
                  </a:tcPr>
                </a:tc>
                <a:tc>
                  <a:txBody>
                    <a:bodyPr/>
                    <a:lstStyle/>
                    <a:p>
                      <a:pPr algn="l"/>
                      <a:r>
                        <a:rPr sz="1275" b="0" i="0" u="none" dirty="0" err="1">
                          <a:solidFill>
                            <a:srgbClr val="334155"/>
                          </a:solidFill>
                          <a:latin typeface="Inter"/>
                        </a:rPr>
                        <a:t>Hoàn</a:t>
                      </a:r>
                      <a:r>
                        <a:rPr sz="1275" b="0" i="0" u="none" dirty="0">
                          <a:solidFill>
                            <a:srgbClr val="334155"/>
                          </a:solidFill>
                          <a:latin typeface="Inter"/>
                        </a:rPr>
                        <a:t> </a:t>
                      </a:r>
                      <a:r>
                        <a:rPr sz="1275" b="0" i="0" u="none" dirty="0" err="1">
                          <a:solidFill>
                            <a:srgbClr val="334155"/>
                          </a:solidFill>
                          <a:latin typeface="Inter"/>
                        </a:rPr>
                        <a:t>thành</a:t>
                      </a:r>
                      <a:endParaRPr sz="1275" b="0" i="0" u="none" dirty="0">
                        <a:solidFill>
                          <a:srgbClr val="334155"/>
                        </a:solidFill>
                        <a:latin typeface="Inter"/>
                      </a:endParaRPr>
                    </a:p>
                  </a:txBody>
                  <a:tcPr marL="276225" marR="63500" marT="25400" marB="25400" anchor="ctr">
                    <a:lnL>
                      <a:noFill/>
                    </a:lnL>
                    <a:lnR>
                      <a:noFill/>
                    </a:lnR>
                    <a:lnT>
                      <a:noFill/>
                    </a:lnT>
                    <a:lnB>
                      <a:noFill/>
                    </a:lnB>
                    <a:solidFill>
                      <a:srgbClr val="FFFFFF"/>
                    </a:solidFill>
                  </a:tcPr>
                </a:tc>
              </a:tr>
              <a:tr h="569059">
                <a:tc>
                  <a:txBody>
                    <a:bodyPr/>
                    <a:lstStyle/>
                    <a:p>
                      <a:pPr algn="l"/>
                      <a:r>
                        <a:rPr sz="1275" b="0" i="0" u="none">
                          <a:solidFill>
                            <a:srgbClr val="334155"/>
                          </a:solidFill>
                          <a:latin typeface="Inter"/>
                        </a:rPr>
                        <a:t>Quản lý Công Nợ</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CongNo, ChiTietCongNo</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Theo dõi công nợ nhà cung cấp &amp; đại lý</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Hoàn thành</a:t>
                      </a:r>
                    </a:p>
                  </a:txBody>
                  <a:tcPr marL="276225" marR="63500" marT="25400" marB="25400" anchor="ctr">
                    <a:lnL>
                      <a:noFill/>
                    </a:lnL>
                    <a:lnR>
                      <a:noFill/>
                    </a:lnR>
                    <a:lnT>
                      <a:noFill/>
                    </a:lnT>
                    <a:lnB>
                      <a:noFill/>
                    </a:lnB>
                    <a:solidFill>
                      <a:srgbClr val="FFFFFF"/>
                    </a:solidFill>
                  </a:tcPr>
                </a:tc>
              </a:tr>
              <a:tr h="569060">
                <a:tc>
                  <a:txBody>
                    <a:bodyPr/>
                    <a:lstStyle/>
                    <a:p>
                      <a:pPr algn="l"/>
                      <a:r>
                        <a:rPr sz="1275" b="0" i="0" u="none">
                          <a:solidFill>
                            <a:srgbClr val="334155"/>
                          </a:solidFill>
                          <a:latin typeface="Inter"/>
                        </a:rPr>
                        <a:t>Sao Lưu Dữ Liệu</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Backup_History</a:t>
                      </a:r>
                    </a:p>
                  </a:txBody>
                  <a:tcPr marL="63500" marR="63500" marT="25400" marB="25400" anchor="ctr">
                    <a:lnL>
                      <a:noFill/>
                    </a:lnL>
                    <a:lnR>
                      <a:noFill/>
                    </a:lnR>
                    <a:lnT>
                      <a:noFill/>
                    </a:lnT>
                    <a:lnB>
                      <a:noFill/>
                    </a:lnB>
                    <a:solidFill>
                      <a:srgbClr val="FFFFFF"/>
                    </a:solidFill>
                  </a:tcPr>
                </a:tc>
                <a:tc>
                  <a:txBody>
                    <a:bodyPr/>
                    <a:lstStyle/>
                    <a:p>
                      <a:pPr algn="l"/>
                      <a:r>
                        <a:rPr sz="1275" b="0" i="0" u="none">
                          <a:solidFill>
                            <a:srgbClr val="334155"/>
                          </a:solidFill>
                          <a:latin typeface="Inter"/>
                        </a:rPr>
                        <a:t>Tự động sao lưu &amp; khôi phục CSDL SQL</a:t>
                      </a:r>
                    </a:p>
                  </a:txBody>
                  <a:tcPr marL="63500" marR="63500" marT="25400" marB="25400" anchor="ctr">
                    <a:lnL>
                      <a:noFill/>
                    </a:lnL>
                    <a:lnR>
                      <a:noFill/>
                    </a:lnR>
                    <a:lnT>
                      <a:noFill/>
                    </a:lnT>
                    <a:lnB>
                      <a:noFill/>
                    </a:lnB>
                    <a:solidFill>
                      <a:srgbClr val="FFFFFF"/>
                    </a:solidFill>
                  </a:tcPr>
                </a:tc>
                <a:tc>
                  <a:txBody>
                    <a:bodyPr/>
                    <a:lstStyle/>
                    <a:p>
                      <a:pPr algn="l"/>
                      <a:r>
                        <a:rPr sz="1275" b="0" i="0" u="none" dirty="0" err="1">
                          <a:solidFill>
                            <a:srgbClr val="334155"/>
                          </a:solidFill>
                          <a:latin typeface="Inter"/>
                        </a:rPr>
                        <a:t>Hoàn</a:t>
                      </a:r>
                      <a:r>
                        <a:rPr sz="1275" b="0" i="0" u="none" dirty="0">
                          <a:solidFill>
                            <a:srgbClr val="334155"/>
                          </a:solidFill>
                          <a:latin typeface="Inter"/>
                        </a:rPr>
                        <a:t> </a:t>
                      </a:r>
                      <a:r>
                        <a:rPr sz="1275" b="0" i="0" u="none" dirty="0" err="1">
                          <a:solidFill>
                            <a:srgbClr val="334155"/>
                          </a:solidFill>
                          <a:latin typeface="Inter"/>
                        </a:rPr>
                        <a:t>thành</a:t>
                      </a:r>
                      <a:endParaRPr sz="1275" b="0" i="0" u="none" dirty="0">
                        <a:solidFill>
                          <a:srgbClr val="334155"/>
                        </a:solidFill>
                        <a:latin typeface="Inter"/>
                      </a:endParaRPr>
                    </a:p>
                  </a:txBody>
                  <a:tcPr marL="276225" marR="63500" marT="25400" marB="25400" anchor="ctr">
                    <a:lnL>
                      <a:noFill/>
                    </a:lnL>
                    <a:lnR>
                      <a:noFill/>
                    </a:lnR>
                    <a:lnT>
                      <a:noFill/>
                    </a:lnT>
                    <a:lnB>
                      <a:noFill/>
                    </a:lnB>
                    <a:solidFill>
                      <a:srgbClr val="FFFFFF"/>
                    </a:solidFill>
                  </a:tcPr>
                </a:tc>
              </a:tr>
            </a:tbl>
          </a:graphicData>
        </a:graphic>
      </p:graphicFrame>
      <p:sp>
        <p:nvSpPr>
          <p:cNvPr id="4" name="Rectangle 3"/>
          <p:cNvSpPr/>
          <p:nvPr/>
        </p:nvSpPr>
        <p:spPr>
          <a:xfrm>
            <a:off x="581025" y="2938313"/>
            <a:ext cx="2197744"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78769" y="2938313"/>
            <a:ext cx="3220789"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99559" y="2938313"/>
            <a:ext cx="4031009"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030569" y="2938313"/>
            <a:ext cx="1580405"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1025" y="3513087"/>
            <a:ext cx="219774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78769" y="3513087"/>
            <a:ext cx="32207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99559" y="3513087"/>
            <a:ext cx="40310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030569" y="3513087"/>
            <a:ext cx="15804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1025" y="4078337"/>
            <a:ext cx="219774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78769" y="4078337"/>
            <a:ext cx="32207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99559" y="4078337"/>
            <a:ext cx="40310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030569" y="4078337"/>
            <a:ext cx="15804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025" y="4643586"/>
            <a:ext cx="219774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78769" y="4643586"/>
            <a:ext cx="32207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99559" y="4643586"/>
            <a:ext cx="403100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030569" y="4643586"/>
            <a:ext cx="15804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3"/>
          <a:stretch>
            <a:fillRect/>
          </a:stretch>
        </p:blipFill>
        <p:spPr>
          <a:xfrm>
            <a:off x="10134500" y="4268936"/>
            <a:ext cx="161925" cy="161925"/>
          </a:xfrm>
          <a:prstGeom prst="rect">
            <a:avLst/>
          </a:prstGeom>
        </p:spPr>
      </p:pic>
      <p:sp>
        <p:nvSpPr>
          <p:cNvPr id="28" name="TextBox 27"/>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Tổng Hợp Chức Năng Quản Trị Kho &amp; Báo Cáo</a:t>
            </a:r>
          </a:p>
        </p:txBody>
      </p:sp>
      <p:sp>
        <p:nvSpPr>
          <p:cNvPr id="29" name="Rectangle 28"/>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image.png"/>
          <p:cNvPicPr>
            <a:picLocks noChangeAspect="1"/>
          </p:cNvPicPr>
          <p:nvPr/>
        </p:nvPicPr>
        <p:blipFill>
          <a:blip r:embed="rId3"/>
          <a:stretch>
            <a:fillRect/>
          </a:stretch>
        </p:blipFill>
        <p:spPr>
          <a:xfrm>
            <a:off x="10135344" y="4849961"/>
            <a:ext cx="161925" cy="161925"/>
          </a:xfrm>
          <a:prstGeom prst="rect">
            <a:avLst/>
          </a:prstGeom>
        </p:spPr>
      </p:pic>
      <p:pic>
        <p:nvPicPr>
          <p:cNvPr id="31" name="Picture 30" descr="image.png"/>
          <p:cNvPicPr>
            <a:picLocks noChangeAspect="1"/>
          </p:cNvPicPr>
          <p:nvPr/>
        </p:nvPicPr>
        <p:blipFill>
          <a:blip r:embed="rId3"/>
          <a:stretch>
            <a:fillRect/>
          </a:stretch>
        </p:blipFill>
        <p:spPr>
          <a:xfrm>
            <a:off x="10133656" y="3703786"/>
            <a:ext cx="161925" cy="161925"/>
          </a:xfrm>
          <a:prstGeom prst="rect">
            <a:avLst/>
          </a:prstGeom>
        </p:spPr>
      </p:pic>
      <p:pic>
        <p:nvPicPr>
          <p:cNvPr id="32" name="Picture 31" descr="image.png"/>
          <p:cNvPicPr>
            <a:picLocks noChangeAspect="1"/>
          </p:cNvPicPr>
          <p:nvPr/>
        </p:nvPicPr>
        <p:blipFill>
          <a:blip r:embed="rId3"/>
          <a:stretch>
            <a:fillRect/>
          </a:stretch>
        </p:blipFill>
        <p:spPr>
          <a:xfrm>
            <a:off x="10135344" y="3132286"/>
            <a:ext cx="161925" cy="16192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209675"/>
            <a:ext cx="11049000" cy="5172075"/>
          </a:xfrm>
          <a:prstGeom prst="rect">
            <a:avLst/>
          </a:prstGeom>
        </p:spPr>
      </p:pic>
      <p:sp>
        <p:nvSpPr>
          <p:cNvPr id="4" name="TextBox 3"/>
          <p:cNvSpPr txBox="1"/>
          <p:nvPr/>
        </p:nvSpPr>
        <p:spPr>
          <a:xfrm>
            <a:off x="847725" y="4630638"/>
            <a:ext cx="10496550" cy="501848"/>
          </a:xfrm>
          <a:prstGeom prst="rect">
            <a:avLst/>
          </a:prstGeom>
          <a:noFill/>
        </p:spPr>
        <p:txBody>
          <a:bodyPr wrap="square" lIns="0" tIns="0" rIns="0" bIns="0" anchor="t">
            <a:spAutoFit/>
          </a:bodyPr>
          <a:lstStyle/>
          <a:p>
            <a:pPr algn="ctr">
              <a:lnSpc>
                <a:spcPts val="1976"/>
              </a:lnSpc>
            </a:pPr>
            <a:r>
              <a:rPr sz="1275" b="0" i="1" u="none">
                <a:solidFill>
                  <a:srgbClr val="334155"/>
                </a:solidFill>
                <a:latin typeface="Inter"/>
              </a:rPr>
              <a:t>Thử nghiệm kiểm thử trên 100 kịch bản người dùng cùng lúc cho thấy hệ thống hoạt động ổn định, độ phản hồi nhanh và đạt độ chính xác dữ liệu 100%.</a:t>
            </a:r>
          </a:p>
        </p:txBody>
      </p:sp>
      <p:sp>
        <p:nvSpPr>
          <p:cNvPr id="5" name="TextBox 4"/>
          <p:cNvSpPr txBox="1"/>
          <p:nvPr/>
        </p:nvSpPr>
        <p:spPr>
          <a:xfrm>
            <a:off x="723900" y="476250"/>
            <a:ext cx="11441430" cy="428625"/>
          </a:xfrm>
          <a:prstGeom prst="rect">
            <a:avLst/>
          </a:prstGeom>
          <a:noFill/>
        </p:spPr>
        <p:txBody>
          <a:bodyPr wrap="square" lIns="0" tIns="0" rIns="0" bIns="0" anchor="t">
            <a:spAutoFit/>
          </a:bodyPr>
          <a:lstStyle/>
          <a:p>
            <a:pPr algn="l"/>
            <a:r>
              <a:rPr sz="2700" b="1" i="0" u="none">
                <a:solidFill>
                  <a:srgbClr val="1E1B4B"/>
                </a:solidFill>
                <a:latin typeface="Plus Jakarta Sans"/>
              </a:rPr>
              <a:t>Đánh Giá Performance &amp; Kiểm Thử</a:t>
            </a:r>
          </a:p>
        </p:txBody>
      </p:sp>
      <p:sp>
        <p:nvSpPr>
          <p:cNvPr id="6" name="Rectangle 5"/>
          <p:cNvSpPr/>
          <p:nvPr/>
        </p:nvSpPr>
        <p:spPr>
          <a:xfrm>
            <a:off x="571500" y="476250"/>
            <a:ext cx="47625" cy="428625"/>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671887" y="2552551"/>
            <a:ext cx="4848225" cy="476250"/>
          </a:xfrm>
          <a:prstGeom prst="rect">
            <a:avLst/>
          </a:prstGeom>
        </p:spPr>
      </p:pic>
      <p:sp>
        <p:nvSpPr>
          <p:cNvPr id="4" name="TextBox 3"/>
          <p:cNvSpPr txBox="1"/>
          <p:nvPr/>
        </p:nvSpPr>
        <p:spPr>
          <a:xfrm>
            <a:off x="295275" y="476250"/>
            <a:ext cx="11601450" cy="762000"/>
          </a:xfrm>
          <a:prstGeom prst="rect">
            <a:avLst/>
          </a:prstGeom>
          <a:noFill/>
        </p:spPr>
        <p:txBody>
          <a:bodyPr wrap="square" lIns="0" tIns="0" rIns="0" bIns="0" anchor="t">
            <a:spAutoFit/>
          </a:bodyPr>
          <a:lstStyle/>
          <a:p>
            <a:pPr algn="ctr"/>
            <a:r>
              <a:rPr sz="4800" b="1" i="0" u="none">
                <a:solidFill>
                  <a:srgbClr val="1E1B4B"/>
                </a:solidFill>
                <a:latin typeface="Plus Jakarta Sans"/>
              </a:rPr>
              <a:t>KẾT LUẬN &amp; HƯỚNG PHÁT TRIỂN</a:t>
            </a:r>
          </a:p>
        </p:txBody>
      </p:sp>
      <p:sp>
        <p:nvSpPr>
          <p:cNvPr id="5" name="TextBox 4"/>
          <p:cNvSpPr txBox="1"/>
          <p:nvPr/>
        </p:nvSpPr>
        <p:spPr>
          <a:xfrm>
            <a:off x="571500" y="1390650"/>
            <a:ext cx="11049000" cy="324742"/>
          </a:xfrm>
          <a:prstGeom prst="rect">
            <a:avLst/>
          </a:prstGeom>
          <a:noFill/>
        </p:spPr>
        <p:txBody>
          <a:bodyPr wrap="square" lIns="0" tIns="0" rIns="0" bIns="0" anchor="t">
            <a:spAutoFit/>
          </a:bodyPr>
          <a:lstStyle/>
          <a:p>
            <a:pPr algn="ctr">
              <a:lnSpc>
                <a:spcPts val="2557"/>
              </a:lnSpc>
            </a:pPr>
            <a:r>
              <a:rPr sz="1650" b="0" i="0" u="none">
                <a:solidFill>
                  <a:srgbClr val="475569"/>
                </a:solidFill>
                <a:latin typeface="Inter"/>
              </a:rPr>
              <a:t>Hệ thống đã hoàn thành đầy đủ các mục tiêu đề ra, đáp ứng tốt yêu cầu bán linh kiện điện tử trực tuyến.</a:t>
            </a:r>
          </a:p>
        </p:txBody>
      </p:sp>
      <p:sp>
        <p:nvSpPr>
          <p:cNvPr id="6" name="TextBox 5"/>
          <p:cNvSpPr txBox="1"/>
          <p:nvPr/>
        </p:nvSpPr>
        <p:spPr>
          <a:xfrm>
            <a:off x="571500" y="1829692"/>
            <a:ext cx="11049000" cy="265658"/>
          </a:xfrm>
          <a:prstGeom prst="rect">
            <a:avLst/>
          </a:prstGeom>
          <a:noFill/>
        </p:spPr>
        <p:txBody>
          <a:bodyPr wrap="square" lIns="0" tIns="0" rIns="0" bIns="0" anchor="t">
            <a:spAutoFit/>
          </a:bodyPr>
          <a:lstStyle/>
          <a:p>
            <a:pPr algn="ctr">
              <a:lnSpc>
                <a:spcPts val="2092"/>
              </a:lnSpc>
            </a:pPr>
            <a:r>
              <a:rPr sz="1350" b="0" i="0" u="none">
                <a:solidFill>
                  <a:srgbClr val="64748B"/>
                </a:solidFill>
                <a:latin typeface="Inter"/>
              </a:rPr>
              <a:t>Hướng phát triển: Tích hợp thanh toán QR/VNPay, AI gợi ý linh kiện tương thích (CPU-Mainboard) và ứng dụng Mobile Apps.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1301</Words>
  <Application>Microsoft Office PowerPoint</Application>
  <PresentationFormat>Custom</PresentationFormat>
  <Paragraphs>96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6</cp:revision>
  <dcterms:created xsi:type="dcterms:W3CDTF">2013-01-27T09:14:16Z</dcterms:created>
  <dcterms:modified xsi:type="dcterms:W3CDTF">2026-07-28T14:47:14Z</dcterms:modified>
  <cp:category/>
</cp:coreProperties>
</file>